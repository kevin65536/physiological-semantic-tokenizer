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证据：summary.json; measured_paired.csv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证据：resolved_config.yaml; summary.json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证据：resolved_config.yaml; src/inference/shared_driver_attribution.py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证据：measured_plan.json; calibration/*.json; resolved_config.yaml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证据：audit_metrics.csv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证据：audit_associations.csv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证据：audit_metrics.csv; audit/*/result.json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证据：component_sensitivity.csv; sensitivity_summary.csv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证据：jacobian_overlap.csv; confounding_profiles.csv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证据：calibration/*.json; calibration_scores/*.json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证据：measured_paired.csv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证据：measured_paired.csv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证据：measured_plan.json; measured/*/result.npz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证据：resolved_config.yaml; measured/*/result.json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证据：measured_paired.csv; measured_metrics.csv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证据：measured_paired.csv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证据：spatial_nulls.csv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证据：temporal_paired.csv; calibration/*.json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证据：synthetic_plan.json; synthetic_summary.csv; resolved_config.yaml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证据：synthetic_summary.csv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证据：synthetic_summary.csv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证据：counterfactual_summary.csv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证据：counterfactual_summary.csv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证据：synthetic_summary.csv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证据：anchor_plan.json; auxiliary/*/record.json; docs/DATASETS_DESCRIPTION.md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证据：anchor_paired.csv; anchor_metrics.csv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证据：src/tokenizers/typed_component_prototype.py; prototype_data.json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证据：prototype_data.json; prototype/*/result.json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证据：prototype_intervention_summary.csv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证据：prototype_summary.csv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证据：prototype_intervention_summary.csv; prototype_summary.csv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证据：measured_paired.csv; spatial_nulls.csv; counterfactual_summary.csv; anchor_paired.csv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证据：summary.json; verification.json; resources.json; *_manifest.json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证据：summary.json; measured_paired.csv; counterfactual_summary.csv; prototype_summary.csv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事实源：/SSD_2/pid-mcm-implementation/experiments/runs/physiology_semantic_tokenizer/shared_driver_attribution/20261002_v1</a:t>
            </a:r>
          </a:p>
          <a:p>
            <a:r>
              <a:t>证据：resolved_config.yaml; launch.json; source_snapshot/; presentation_sources.json</a:t>
            </a:r>
          </a:p>
          <a:p>
            <a:r>
              <a:t>所有实测端点为公共开发诊断，区间条件于冻结训练对象。失败保留分母。来源未定，不等于噪声或已识别生理机制。</a:t>
            </a:r>
          </a:p>
          <a:p>
            <a:r>
              <a:t>https://research.google/pubs/challenging-common-assumptions-in-the-unsupervised-learning-of-disentangled-representations/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结构性成分应如何归属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四组实验结果：从条件拟合走向可检验的成分性质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08F87"/>
                </a:solidFill>
                <a:latin typeface="Noto Sans CJK SC"/>
              </a:rPr>
              <a:t>先保留结构，再按独立证据赋予语义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53512"/>
            <a:ext cx="1065276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20384D"/>
                </a:solidFill>
                <a:latin typeface="Noto Sans CJK SC"/>
              </a:rPr>
              <a:t>方向选择：6 个单条 Hb 端点中，2 个优于原固定方向，但仍未全面优于 M0。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0384D"/>
                </a:solidFill>
                <a:latin typeface="Noto Sans CJK SC"/>
              </a:rPr>
              <a:t>独立通道：受限共同项仅 1/3 小幅获益，直接空间 ridge 则在 2/3 获益。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0384D"/>
                </a:solidFill>
                <a:latin typeface="Noto Sans CJK SC"/>
              </a:rPr>
              <a:t>真实动力学仍可能进入额外项；原型在未见机制下仍会产生错误形态语义。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实测 18 人 / 72 窗；合成 8352 次拟合；原型 6 个模型。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四组问题，四类独立证据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模型拟合、可预测性、来源和语义资格分别评价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02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75488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实验组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检验对象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最关键的证据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1  归属审计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拟合收益、补全损害与分量稳定性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同窗配对；HbT/HbX；扰动与局部混淆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2  方向与空间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同容量方向、目标 Hb 通道补全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训练选方向；其他区域预测；匹配 null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3  真实变化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真实变化的成分归属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真值、成分变化、参数 oracle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4  锚定与原型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EOG 独立关系、token 干预响应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来源状态；独立生成种子；同容量对照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所有实验均固定预算；没有根据外折结果继续调参或扩大面板。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一个物理核心，一个额外 Hb 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额外项可以表达结构失配；空间共同性与来源语义仍须检验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03</a:t>
            </a:r>
          </a:p>
        </p:txBody>
      </p:sp>
      <p:pic>
        <p:nvPicPr>
          <p:cNvPr id="5" name="Picture 4" descr="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787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固定方向 [0.65,0.35]；训练同向与反向交换样均保持四维时间容量和相同 loading 范数。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实测比较的身份与边界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三公开数据集沿用同一 QC 预选面板；所有标定只来自训练身份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438912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面板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幅度 / 几何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独立单元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6 人 / 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相对 Hb；原数据几何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被试；原 session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6 人 / 24 窗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发布浓度；30 mm 源探距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被试；原任务 / block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6 人 / 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Hb 单位未核定；模板几何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被试；Part / Probe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主误差：冻结训练 SD 的 NRMSE，越低越好。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区间：被试块 bootstrap，条件于固定训练坐标；每数据集只有 6 名评价被试。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隐藏任务发生在离线处理后的特征层；完整观测拟合允许使用当前窗口。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第一组：重建收益与单条 Hb 损害同窗检查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每点一个窗口；横轴正数代表完整拟合改善，纵轴正数代表补全恶化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05</a:t>
            </a:r>
          </a:p>
        </p:txBody>
      </p:sp>
      <p:pic>
        <p:nvPicPr>
          <p:cNvPr id="5" name="Picture 4" descr="audit_gain_h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566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颜色表示共同项强度；这类关联是归属线索，不能单独证明伪迹或某种生理来源。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归属关联的强弱与不确定性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Spearman 相关；重采样完整被试块，保留同被试窗口依赖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与完整收益的关联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原生记录同步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0.26 [-0.38, 0.68]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0.24 [-0.33, 0.69]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0.16 [-0.20, 0.63]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处理窗内同步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0.71 [0.42, 0.92]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0.79 [0.44, 0.92]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0.44 [0.13, 0.62]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HbT 能量占比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0.62 [0.17, 0.89]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0.59 [0.33, 0.76]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0.38 [0.02, 0.65]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记录质量负担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-0.00 [-0.46, 0.50]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0.04 [-0.62, 0.60]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-0.27 [-0.45, 0.12]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共同项强度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0.74 [0.50, 0.90]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0.77 [0.39, 0.89]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0.75 [0.39, 0.88]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单条 Hb 损害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-0.24 [-0.64, 0.19]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-0.71 [-0.93, -0.21]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-0.18 [-0.48, 0.17]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native_rho 和质量统计来自记录级通道审计；不能当作逐窗真值或可靠性概率。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HbT 与 HbX：收益落在哪个诊断坐标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HbT = HbO + HbR；HbX = 0.35 HbO − 0.65 HbR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07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HbT：M0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HbT：共同项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HbX：M0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HbX：共同项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0.507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0.343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0.304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0.299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0.437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0.228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0.330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0.239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0.423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0.321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0.250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0.247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0233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0384D"/>
                </a:solidFill>
                <a:latin typeface="Noto Sans CJK SC"/>
              </a:rPr>
              <a:t>共同项本身在 HbX 中严格相消，但重新拟合的物理部分仍可改变 HbX。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0384D"/>
                </a:solidFill>
                <a:latin typeface="Noto Sans CJK SC"/>
              </a:rPr>
              <a:t>坐标保留 HbO/HbR 相对幅度；分母由原校准训练窗计算。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0384D"/>
                </a:solidFill>
                <a:latin typeface="Noto Sans CJK SC"/>
              </a:rPr>
              <a:t>总 Hb 不自动等于皮层血容量，差分坐标不等于真实血氧饱和度。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驱动稳定，不能替代共同项稳定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原 12 种校准、时移、先验、方向与训练 bootstrap 扰动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08</a:t>
            </a:r>
          </a:p>
        </p:txBody>
      </p:sp>
      <p:pic>
        <p:nvPicPr>
          <p:cNvPr id="5" name="Picture 4" descr="component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290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图为成功配对扰动的 P90；旧合成 mask 的最大 false reassurance fraction = 0.333，仍不能解释为正确概率。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局部混淆：物理变化与共同项可相互补偿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观察 Jacobian 子空间，再沿重叠方向固定共同项并重拟合物理部分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828800"/>
                <a:gridCol w="173736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方向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最大重叠余弦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最小重叠余弦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非零近等价格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驱动最大变化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共同项最大变化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固定同向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0.9898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0.2729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0.172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0.500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训练同向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0.9873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0.3476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4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0.228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0.250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交换样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0.9984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0.6999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0.286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0.250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6 个预选窗口；共同项偏移 ±0.25 / ±0.50 Hb 训练尺度。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近等价 = 完整工程目标上升不超过 5%，含系数惩罚；不是统计置信域。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局部几何不能唯一裁定真实来源；未使用硬正交去强制分解。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第二组：训练记录选择的同向 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四个余弦模式和 loading 范数固定；方向不随评价窗口改变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291840"/>
                <a:gridCol w="1371600"/>
                <a:gridCol w="2103120"/>
                <a:gridCol w="2148840"/>
              </a:tblGrid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区域 / 外折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选择 ρ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训练 / 内选择窗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独立通道 loading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prefrontal__outer0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0.20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0.35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prefrontal__outer1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0.90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prefrontal__outer3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0.90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0.04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prefrontal__outer4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0.90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0.45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prefrontal__outer0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0.90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0.11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prefrontal__outer2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0.90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prefrontal__outer4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0.10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0.49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prefrontal__montage0__outer0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0.10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0.18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prefrontal__montage0__outer1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0.10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0.10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prefrontal__montage0__outer2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0.90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327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prefrontal__montage0__outer3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0.90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3270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prefrontal__montage0__outer4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0.90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18 / 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0.07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PCA/SD 复用 parent 外折训练坐标；方向选择条件于该坐标，不宣称全流程重新嵌套验证。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单条 Hb 补全：方向改变是否带来独立收益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与固定同向方案配对比较；正值为 NRMSE 下降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11</a:t>
            </a:r>
          </a:p>
        </p:txBody>
      </p:sp>
      <p:pic>
        <p:nvPicPr>
          <p:cNvPr id="5" name="Picture 4" descr="single_Hb_dir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941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误差条为被试块 95% bootstrap 区间；比较的是隐藏观测，而非完整拟合误差。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完整拟合与缺失任务必须分列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训练同向方案相对 M0；完整重建不能替代隐藏端点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端点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完整重建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0.060 [0.032, 0.095]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0.091 [0.041, 0.145]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0.030 [0.020, 0.042]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隐藏 HbO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-0.001 [-0.158, 0.160]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-0.013 [-0.040, 0.018]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-0.114 [-0.191, -0.036]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隐藏 HbR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-0.092 [-0.178, -0.004]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-0.033 [-0.108, 0.027]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-0.058 [-0.084, -0.029]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中心 Hb 缺失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0.085 [0.005, 0.203]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0.157 [0.055, 0.294]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0.049 [0.017, 0.099]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整段 Hb 缺失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 [-0.000, 0.000]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 [0.000, 0.000]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 [0.000, 0.000]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整段 EEG 缺失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4.519 [0.973, 9.513]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11.588 [6.440, 16.943]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4.621 [1.455, 8.710]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各格为被试平均配对收益及区间；整段 Hb 隐藏时，自身条件共同项没有独立输入。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隐藏 Hb 的实际曲线：固定、训练与竞争方向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每数据集按原面板身份排序取首窗；不按拟合好坏选择示例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13</a:t>
            </a:r>
          </a:p>
        </p:txBody>
      </p:sp>
      <p:pic>
        <p:nvPicPr>
          <p:cNvPr id="5" name="Picture 4" descr="hidden_Hb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13" y="1664208"/>
            <a:ext cx="10431867" cy="4270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模型只读取另一条 Hb 与 EEG；目标曲线仅用于评分。幅度分母对所有方案相同。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独立通道补全的输入边界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目标 HbO/HbR 整段隐藏；目标 EEG 和其他区域的观测可见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14</a:t>
            </a:r>
          </a:p>
        </p:txBody>
      </p:sp>
      <p:pic>
        <p:nvPicPr>
          <p:cNvPr id="5" name="Picture 4" descr="spatial_infor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787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目标 Hb 不参与当前窗口系数、尺度或 loading 拟合；不同区域的 outer 坐标使用同一被试折。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其他区域能否帮助预测目标 Hb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与 EEG-only M0 配对；完整目标 Hb 对未进入推断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15</a:t>
            </a:r>
          </a:p>
        </p:txBody>
      </p:sp>
      <p:pic>
        <p:nvPicPr>
          <p:cNvPr id="5" name="Picture 4" descr="spatial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3022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空间 ridge 是直接从其他区域 Hb 预测的训练基线；共同项改善不自动证明其来源。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空间信息存在，当前共同项的利用仍不足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直接空间 ridge 与受限共同项均使用训练对象，目标 Hb 同样整段隐藏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438912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训练同向共同项 vs M0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直接空间 ridge vs M0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0.006 [0.002, 0.012]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0.332 [0.123, 0.562]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-0.002 [-0.006, 0.002]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0.104 [0.080, 0.124]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-0.001 [-0.005, 0.002]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-0.462 [-1.676, 0.200]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0233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0384D"/>
                </a:solidFill>
                <a:latin typeface="Noto Sans CJK SC"/>
              </a:rPr>
              <a:t>Single-Trial 与 Simultaneous 的其他区域包含可用预测信息。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0384D"/>
                </a:solidFill>
                <a:latin typeface="Noto Sans CJK SC"/>
              </a:rPr>
              <a:t>把其他区域压成“先拟合 H0 残差，再提取一个共同方向”会损失部分信息。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0384D"/>
                </a:solidFill>
                <a:latin typeface="Noto Sans CJK SC"/>
              </a:rPr>
              <a:t>这提示优先检验空间观测约束和成分提取方式；尚不能据此命名信号来源。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空间增量还必须胜过错配与时移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真实同步输入与任务匹配错被试 / 非环绕 12 s 移位比较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828800"/>
                <a:gridCol w="3520440"/>
                <a:gridCol w="352044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真实 − 错配优势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真实 − 时移优势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训练同向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0.004 [0.001, 0.007]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23/24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0.017 [0.003, 0.036]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23/24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空间 ridge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0.101 [0.036, 0.168]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23/24 窗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0.047 [0.011, 0.100]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23/24 窗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训练同向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-0.004 [-0.010, -0.001]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17/24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-0.002 [-0.010, 0.006]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24/24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空间 ridge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0.093 [-0.074, 0.205]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17/24 窗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0.083 [0.030, 0.131]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24/24 窗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训练同向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-0.002 [-0.005, 0.001]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22/24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-0.003 [-0.013, 0.005]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22/24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空间 ridge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-0.435 [-1.621, 0.211]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22/24 窗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0.615 [0.019, 1.739]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0384D"/>
                          </a:solidFill>
                          <a:latin typeface="Noto Sans CJK SC"/>
                        </a:rPr>
                        <a:t>支持 22/24 窗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优势 = null 误差 − 真实输入误差；移位双方使用同一 18 s 评分支持，未环绕补值。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受限 AR(1)：只作离线后缀补全检验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前 20 s Hb 可见，后 10 s 隐藏；EEG 保持可见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AR(1) vs 零共同项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保持 vs 零共同项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余弦外推 vs 零共同项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0.012 [-0.041, 0.065]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0.007 [-0.051, 0.070]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-0.011 [-0.060, 0.036]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-0.004 [-0.093, 0.078]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-0.026 [-0.140, 0.079]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0.029 [-0.057, 0.122]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-0.010 [-0.046, 0.032]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-0.021 [-0.064, 0.028]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-0.003 [-0.030, 0.032]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AR 系数仅由训练记录估计，并限制在 [0,0.995]；不增加逐点过程噪声。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本实验没有证明原生跨窗口连续状态：上游离线滤波和局部参考仍在。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这一步衡量受约束时间延续是否有用，而不是给 AR 状态赋予解剖名称。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第三组：17 类配对反事实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同一驱动与噪声种子配对；额外成分、物理真值和残差分别记录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38912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变化类别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干预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定位问题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结构性成分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同向 / 有色 / 相关 / 方向错配 / 交换样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是否保护物理状态，是否误定方向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观测条件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EEG/Hb 增益、噪声、1/3 s 时间偏移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神经语义是否被观测变化污染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真实驱动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幅度 ×1.5、形状改变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稳定化是否压缩真实变化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真实动力学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τ、κ、Hb 快慢驱动混合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变化进入物理、额外项还是残差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负对照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匹配对照、近零耦合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没有额外成分时是否产生误归属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32 条独立生成条件块；8308/8352 次拟合收敛，oracle 仅用于 τ/κ 合成定位。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完整观测下的驱动恢复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数值为驱动真值 NRMSE 中位数；颜色为 log10 误差，仅便于比较数量级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20</a:t>
            </a:r>
          </a:p>
        </p:txBody>
      </p:sp>
      <p:pic>
        <p:nvPicPr>
          <p:cNvPr id="5" name="Picture 4" descr="synthetic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41260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完整驱动含水平误差；参考后的形状误差在底层表中单列，不能用中心化误差替代绝对误差。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EEG 缺失时的驱动恢复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数值为驱动真值 NRMSE 中位数；颜色为 log10 误差，仅便于比较数量级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21</a:t>
            </a:r>
          </a:p>
        </p:txBody>
      </p:sp>
      <p:pic>
        <p:nvPicPr>
          <p:cNvPr id="5" name="Picture 4" descr="synthetic_EEG_hidd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41260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完整驱动含水平误差；参考后的形状误差在底层表中单列，不能用中心化误差替代绝对误差。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真实变化被共同项吸收了多少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对真实观测变化的有符号投影；负值和大于 1 的值代表补偿，不是概率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22</a:t>
            </a:r>
          </a:p>
        </p:txBody>
      </p:sp>
      <p:pic>
        <p:nvPicPr>
          <p:cNvPr id="5" name="Picture 4" descr="component_absor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27" y="1664208"/>
            <a:ext cx="10324640" cy="4270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前两行的额外成分是真值；驱动、τ/κ 与动力学变化属于物理真值，进入共同项意味着归属偏差。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保留真实驱动变化：稳定化与幅度偏差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比较真实变化大小和估计变化；驱动训练尺度固定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可见条件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真实变化 / SD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估计变化 / SD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变化误差 / SD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完整重建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原模型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0.503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0.499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0.027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完整重建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固定同向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0.503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0.499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0.033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完整重建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共同项+先验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0.503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0.479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0.086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整段 EEG 缺失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原模型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0.503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0.601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0.447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整段 EEG 缺失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固定同向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0.503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0.550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0.454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整段 EEG 缺失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共同项+先验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0.503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0.361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0.305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大幅降低缺失条件的驱动波动，不等于保留了真实变化；两者须同时报告。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真值参数 oracle 帮助定位动力学失配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oracle 使用生成器 τ/κ，不在实测端开放自由参数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10312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生成变化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驱动误差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物理真值误差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额外成分误差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真实 τ 改变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原模型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0.291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0.150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真实 τ 改变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固定同向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0.237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0.191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0.121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真实 τ 改变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训练同向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0.237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0.207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0.157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真实 τ 改变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真值参数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0.110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0.026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真实 κ 改变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原模型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0.369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0.118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真实 κ 改变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固定同向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0.355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0.123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0.026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真实 κ 改变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训练同向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0.346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0.132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0.047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真实 κ 改变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真值参数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0.110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0.026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参数变化与结构性成分不是同一语义；良好重建仍可能对应错误分配。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第四组：可用锚点与尚未获得的来源证据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核对原始文档、统一 loader 和本次实际读到的辅助记录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50292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本轮可用证据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来源解释边界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空间几何；文档描述 ECG/呼吸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ECG/呼吸未读；采集描述不代表可用锚点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40 条记录；HEOG/VEOG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EOG 眼动参考；Hb 源探距 30 mm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模板几何与同步其他区域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没有精确源探距或已核实短距离测量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4340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0">
                <a:solidFill>
                  <a:srgbClr val="008F87"/>
                </a:solidFill>
                <a:latin typeface="Noto Sans CJK SC"/>
              </a:rPr>
              <a:t>空间广泛 ≠ 浅表来源；眼动相关 ≠ 系统性血容量。</a:t>
            </a:r>
          </a:p>
          <a:p>
            <a:pPr>
              <a:spcAft>
                <a:spcPts val="1000"/>
              </a:spcAft>
            </a:pPr>
            <a:r>
              <a:rPr sz="2300" b="0">
                <a:solidFill>
                  <a:srgbClr val="008F87"/>
                </a:solidFill>
                <a:latin typeface="Noto Sans CJK SC"/>
              </a:rPr>
              <a:t>本轮可以验证关系语义，来源仍统一标记 unresolved。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EOG 锚定：预测条件成分与隐藏 Hb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训练 ridge 使用 0/1/2 s EOG envelope；评价被试不参与拟合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651760"/>
                <a:gridCol w="420624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评价目标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比较基线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真实 EOG 配对收益 [95% CI]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可用配对 / 全面板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条件共同项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零共同项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0.015 [-0.047, 0.059]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24/24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条件共同项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训练均值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0.008 [-0.004, 0.022]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24/24 窗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条件共同项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任务匹配错被试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0.027 [0.001, 0.062]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17/24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隐藏 Hb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零共同项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-0.004 [-0.016, 0.008]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24/24 窗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隐藏 Hb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训练均值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0.004 [-0.002, 0.010]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24/24 窗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隐藏 Hb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任务匹配错被试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0.006 [-0.005, 0.019]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17/24 窗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被预测的共同项仍是模型条件估计；即使可预测，也不能直接证明 Hb 变化由眼动或浅表组织产生。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有限原型：神经语义与 Hb 形态分别拥有输入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连续 typed tokens；不训练 VQ，不把全部语义混称神经驱动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27</a:t>
            </a:r>
          </a:p>
        </p:txBody>
      </p:sp>
      <p:pic>
        <p:nvPicPr>
          <p:cNvPr id="5" name="Picture 4" descr="typed_proto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965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神经 token 不受 Hb 改动是输入结构保证；对 EEG 扰动的稳定性仍必须实测，不能拿结构保证冒充学习证据。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训练与评价严格分开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已知真值合成监督，对照为同容量重建训练与训练内线性探针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560320"/>
                <a:gridCol w="45720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分区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独立生成种子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窗口 / 模型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用途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训练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256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2048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固定生成干预；训练统计量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选择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64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512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选择验证目标最小的 epoch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评价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128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1664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包含未见方向、动力学与时移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优化重复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3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2 方案 × 3 种子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固定 160 epochs；CPU 单线程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48056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监督目标：生成器真驱动与真实结构性 HbT 的投影。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元数据：semantic_type / source_status / coordinate_id / support_mask。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0384D"/>
                </a:solidFill>
                <a:latin typeface="Noto Sans CJK SC"/>
              </a:rPr>
              <a:t>这些目标的可学习性不等于实测 teacher、来源分离或下游任务资格。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原型保留的语义是否与干预方向一致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值为 3 个优化种子的平均变化 / 变化误差；语义尺度来自训练真值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783080"/>
                <a:gridCol w="1645920"/>
                <a:gridCol w="178308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干预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神经真变化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神经估计变化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形态真变化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形态估计变化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观测表示变化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EEG 增益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0.228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0.231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Hb 增益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0.020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0.220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噪声增强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0.029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0.009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0.038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真实驱动幅度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0.455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0.376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0.029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0.541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真实驱动形状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0.582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0.583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0.023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0.354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基底内共同项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1.060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0.985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0.270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驱动相关共同项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2.262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2.222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0.484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observation 数值用自身训练 latent SD 归一化，与语义误差不是同一物理量；不能直接当作成分能量份额。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原型泛化：已见干预与未见机制分开看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typed supervision 与同容量 reconstruction-only + 训练探针比较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  <a:gridCol w="2103120"/>
                <a:gridCol w="2103120"/>
              </a:tblGrid>
              <a:tr h="425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评价条件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监督：神经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监督：形态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重建探针：神经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重建探针：形态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匹配对照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0.078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0.047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0.418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0.283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EEG 增益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0.218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0.047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0.448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0.283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Hb 增益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0.078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0.062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0.418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0.364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基底内共同项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0.078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0.418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0.864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驱动相关共同项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0.078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0.219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0.418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1.726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有色共同项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0.078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0.347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0.418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2.064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交换样共同项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0.078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0.636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0.418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0.435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真实 τ 改变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0.078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0.336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0.418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0.266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未建模动力学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0.078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0.044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0.418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84D"/>
                          </a:solidFill>
                          <a:latin typeface="Noto Sans CJK SC"/>
                        </a:rPr>
                        <a:t>0.272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交换样成分的 HbT 真值为零；本原型只声明 HbT 形态 token，不覆盖全部氧合分配语义。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原型的失败面需要进入下一轮目标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已知真值能改善学习；仍不能保证对未见机制正确归属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965960"/>
                <a:gridCol w="1965960"/>
                <a:gridCol w="283464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干预与被污染的语义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真实变化 / SD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估计变化 / SD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判读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EEG 增益 → 神经语义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0.228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应不变但出现变化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真实 τ 改变 → HbT 形态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0.333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应不变但出现变化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交换样成分 → HbT 形态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0.632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84D"/>
                          </a:solidFill>
                          <a:latin typeface="Noto Sans CJK SC"/>
                        </a:rPr>
                        <a:t>应不变但出现变化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0233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0384D"/>
                </a:solidFill>
                <a:latin typeface="Noto Sans CJK SC"/>
              </a:rPr>
              <a:t>模型对“已见过的成分定义”学得更好，不代表它已识别所有竞争机制。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0384D"/>
                </a:solidFill>
                <a:latin typeface="Noto Sans CJK SC"/>
              </a:rPr>
              <a:t>下一版监督需要加入这些失败反事实，再用新的独立生成种子评价；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20384D"/>
                </a:solidFill>
                <a:latin typeface="Noto Sans CJK SC"/>
              </a:rPr>
              <a:t>本轮保留负结果，不以补训后成绩覆盖当前评价。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按证据层级使用本轮结果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形态、关系、机制一致性和来源四层分别准入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448056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层级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本轮可交付对象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仍需保留的限制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形态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低频同向模式、HbT/HbX 与 loading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依赖幅度合同和观察条件；未定部分继续保留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关系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其他区域 / EOG 的独立预测与 null 结果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按数据集和端点使用；不能统一升级所有窗口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机制一致性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参数、真实驱动与未建模响应的分配反事实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合成生成机制有条件；实测没有真分量标签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来源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统一 unresolved 标记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没有独立短距离 / 外周生理因果锚定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tokenizer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合成连续 typed-token 原型及干预验证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84D"/>
                          </a:solidFill>
                          <a:latin typeface="Noto Sans CJK SC"/>
                        </a:rPr>
                        <a:t>未训练实测模型；未获得通用生理语义资格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执行完整性与失败证据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计算完成、数值收敛和科学支持是三个不同判断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33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检查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结果</a:t>
                      </a:r>
                    </a:p>
                  </a:txBody>
                  <a:tcPr marL="100584" marR="64008" marT="22860" marB="22860" anchor="ctr">
                    <a:solidFill>
                      <a:srgbClr val="203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合成拟合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8308 / 8352 收敛；失败保留原身份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实测评分记录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4200 / 4224 可用；含空间和时间比较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敏感性 / 混淆 profile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1728 次扰动；90 次条件重拟合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原型训练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6 个模型；9984 条评价记录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资源与运行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user systemd；最多 48 进程；源码快照与阶段日志留存</a:t>
                      </a:r>
                    </a:p>
                  </a:txBody>
                  <a:tcPr marL="100584" marR="64008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交付格式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84D"/>
                          </a:solidFill>
                          <a:latin typeface="Noto Sans CJK SC"/>
                        </a:rPr>
                        <a:t>中文可编辑 PPT；图为 240 dpi PNG；附 PDF 与逐页事实源</a:t>
                      </a:r>
                    </a:p>
                  </a:txBody>
                  <a:tcPr marL="100584" marR="64008" marT="22860" marB="22860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下一步由失败面决定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保留未解释信息，同时收紧每一种 token 的解释范围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10698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20384D"/>
                </a:solidFill>
                <a:latin typeface="Noto Sans CJK SC"/>
              </a:rPr>
              <a:t>1  对方向选择有效的端点继续验证；对独立补全失败的成分保留条件补偿身份。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0384D"/>
                </a:solidFill>
                <a:latin typeface="Noto Sans CJK SC"/>
              </a:rPr>
              <a:t>2  对参数 / 动力学被共同项吸收的情形，先引入竞争生成机制或独立观测约束。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0384D"/>
                </a:solidFill>
                <a:latin typeface="Noto Sans CJK SC"/>
              </a:rPr>
              <a:t>3  对原型中的神经、Hb 形态和 observation 分别检查干预响应，保留来源未定标记。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0384D"/>
                </a:solidFill>
                <a:latin typeface="Noto Sans CJK SC"/>
              </a:rPr>
              <a:t>4  若要升级来源语义，优先补足短距离或外周生理记录及独立重复，避免只扩大模型。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08192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26E81"/>
                </a:solidFill>
                <a:latin typeface="Noto Sans CJK SC"/>
              </a:rPr>
              <a:t>本轮没有启动新的受保护 campaign、实测 tokenizer 训练、VQ 或外部发布。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20384D"/>
                </a:solidFill>
                <a:latin typeface="Noto Sans CJK SC"/>
              </a:rPr>
              <a:t>事实源与复现入口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C7286"/>
                </a:solidFill>
                <a:latin typeface="Noto Sans CJK SC"/>
              </a:rPr>
              <a:t>实验结果由运行记录持有；本 PPT 是可追溯的沟通导出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890A2"/>
                </a:solidFill>
                <a:latin typeface="Noto Sans CJK SC"/>
              </a:rPr>
              <a:t>2026.10.02  /  结构性成分归属与分级语义  / 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106984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0">
                <a:solidFill>
                  <a:srgbClr val="20384D"/>
                </a:solidFill>
                <a:latin typeface="Noto Sans CJK SC"/>
              </a:rPr>
              <a:t>合同：shared_driver_attribution_v1.yaml</a:t>
            </a:r>
          </a:p>
          <a:p>
            <a:pPr>
              <a:spcAft>
                <a:spcPts val="1000"/>
              </a:spcAft>
            </a:pPr>
            <a:r>
              <a:rPr sz="2300" b="0">
                <a:solidFill>
                  <a:srgbClr val="20384D"/>
                </a:solidFill>
                <a:latin typeface="Noto Sans CJK SC"/>
              </a:rPr>
              <a:t>入口：evaluate_shared_driver_reconstruction.py --component-attribution</a:t>
            </a:r>
          </a:p>
          <a:p>
            <a:pPr>
              <a:spcAft>
                <a:spcPts val="1000"/>
              </a:spcAft>
            </a:pPr>
            <a:r>
              <a:rPr sz="2300" b="0">
                <a:solidFill>
                  <a:srgbClr val="20384D"/>
                </a:solidFill>
                <a:latin typeface="Noto Sans CJK SC"/>
              </a:rPr>
              <a:t>结果：归属审计、隐藏补全、反事实、EOG、原型五类表</a:t>
            </a:r>
          </a:p>
          <a:p>
            <a:pPr>
              <a:spcAft>
                <a:spcPts val="1000"/>
              </a:spcAft>
            </a:pPr>
            <a:r>
              <a:rPr sz="2300" b="0">
                <a:solidFill>
                  <a:srgbClr val="20384D"/>
                </a:solidFill>
                <a:latin typeface="Noto Sans CJK SC"/>
              </a:rPr>
              <a:t>逐窗分解与合成真值：各阶段 result.json / result.npz</a:t>
            </a:r>
          </a:p>
          <a:p>
            <a:pPr>
              <a:spcAft>
                <a:spcPts val="1000"/>
              </a:spcAft>
            </a:pPr>
            <a:r>
              <a:rPr sz="2300" b="0">
                <a:solidFill>
                  <a:srgbClr val="20384D"/>
                </a:solidFill>
                <a:latin typeface="Noto Sans CJK SC"/>
              </a:rPr>
              <a:t>运行身份：20261002_v1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26E81"/>
                </a:solidFill>
                <a:latin typeface="Noto Sans CJK SC"/>
              </a:rPr>
              <a:t>参考：Gagnon et al., NeuroImage 2011（独立短距离观测约束）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26E81"/>
                </a:solidFill>
                <a:latin typeface="Noto Sans CJK SC"/>
              </a:rPr>
              <a:t>https://pubmed.ncbi.nlm.nih.gov/21385616/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26E81"/>
                </a:solidFill>
                <a:latin typeface="Noto Sans CJK SC"/>
              </a:rPr>
              <a:t>Locatello et al., ICML 2019（重建本身不足以指定解耦语义）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