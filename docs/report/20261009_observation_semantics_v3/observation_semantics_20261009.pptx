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Observation 分支：从拟合到可检验证据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A–D 实验套件｜公开实测开发＋已知真值合成｜2026-10-09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证据：event_comparisons.csv；refinement/hardware_comparisons.csv、mechanism_metrics.csv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01</a:t>
            </a:r>
          </a:p>
        </p:txBody>
      </p:sp>
      <p:pic>
        <p:nvPicPr>
          <p:cNvPr id="6" name="Picture 5" descr="0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0012"/>
            <a:ext cx="7726679" cy="4120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电位关联成立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EOG 的跨被试电位预测改善 0.434 / 0.482 NRMSE。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空间信息不能简化为硬件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距离匹配后，共享 donor 仍改善 0.037；非共享 donor 也能预测。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来源名称仍需独立观测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Hb 来源归属未闭合；错配锚点会明显增加合成错误归属。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结论附着于具体读出；分支名称本身不提供生理来源资格。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本次回答四个问题，保留一个数据缺口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A 是保留证据的重新分析；B/C 是新的实测读出；D 为合成机制诊断。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证据：resolved_config.yaml；summary.json；refinement/resolved_config.yaml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3108960"/>
                <a:gridCol w="3383280"/>
              </a:tblGrid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组别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问题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证据单元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允许的结论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同样能解释观测的分解，哪些量稳定？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72 窗／18 人；有限 profile 子集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条件范围和未定区域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EOG 能预测什么实际变化？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55 人；440 个原生窗口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电位、光学或 Hb 的具体关联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C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空间收益是否只来自共享硬件？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Single-Trial；14 人评价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共享与非共享 donor 的对照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D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相似观测下锚点是否保护归属？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两套各 128 个评价生成身份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限定生成模型内的机制辨别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能否命名浅层或全身生理来源？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缺独立短间距／外周生理验证集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本次未执行，不能补写来源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实测结果是公开开发证据，未开启受保护评价或训练新的 tokenizer。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被试隔离、原生时钟和缺失支持均保留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B/C 按原始编号奇数训练、偶数评价；每记录最多八个双时钟不重叠的 30 秒窗。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证据：measured_plan.json；prepared/*.json；DATA_CONTRACT.md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468880"/>
                <a:gridCol w="2423160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训练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评价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原生信号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本次用途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15 人／120 窗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14 人／112 窗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200 Hz 电位＋10 Hz 光强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 电位／OD／Hb；C 硬件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13 人／104 窗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13 人／104 窗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200 Hz 电位＋发布 Hb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 电位／Hb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沿用冻结外层训练尺度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A：6 人／24 窗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保留的 Hb 分解数组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只做 A 的证据分析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REFED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未新增消费原生数组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本轮不承担来源验证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5230368"/>
            <a:ext cx="10972800" cy="6858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400" b="0">
                <a:solidFill>
                  <a:srgbClr val="26384A"/>
                </a:solidFill>
                <a:latin typeface="Noto Sans CJK SC"/>
              </a:defRPr>
            </a:pPr>
            <a:r>
              <a:t>55/55 记录、440/440 窗完成。旧 pilot 因一个坏光学通道误丢整窗，修正后以新目录重跑；旧记录保留。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缺失属于具体模态／通道；没有用 QC 注释把有效信号自动置零。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从训练到评价：哪些量被冻结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训练、当前窗口变换和评分承担不同职责；所有图均为离线特征分析。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证据：evaluate_observation_semantics.py：prepare_worker、event_analysis、hardware_analysis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仅在训练被试拟合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EOG 阈值和尺度、带截距 ridge 系数、Hb 训练 SD，以及按任务条件与相对时间构造的平均模板。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当前窗口只作固定变换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EEG 电位带通并重采样；Hb 经原有 0.01–0.2 Hz 处理和前 5 秒参考；EOG 检测与 FIR 特征不使用评价目标。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评价端点只用于评分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B 的 EEG/Hb/OD 目标不用于回归重拟合；C 的目标两路 Hb 全部隐藏，输入为 donor Hb 和已知任务条件。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原生时钟用冻结的 EEG／fNIRS 双锚点对应；不宣称实时或严格未来预测。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指标与区间：先窗口，再被试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误差和差值方向在全套报告保持一致。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证据：observation_semantics.py：block_interval、sign_flip_p、holm；各 comparisons.csv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NRMSE 的分母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每窗：sqrt(mean(((预测 − 目标) / 训练 SD)²))。SD 是训练标准差，RMS 是均方根。EEG 按六通道、Hb 按两色团评分；不以当前窗尺度作分母。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改善的方向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Δ = 对照 NRMSE − 候选 NRMSE；正数表示候选更好。先同窗／同目标配对，再被试内平均，最后被试等权。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95% 区间与多重比较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2,000 次被试块 bootstrap 百分位区间；D 以生成身份为块。主要检验使用单侧 sign-flip 和族内 Holm，窗口数不当作独立样本量。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所有区间条件于冻结模型与既定划分；不是重新训练模型的总体确认区间。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A｜可测坐标不等于组织来源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先保留 HbO/HbR 的相对幅度，再变换；ρ 是固定诊断常数。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证据：shared_driver_attribution.py：hb_diagnostic_coordinates；用户计划 §三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两个坐标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T = ΔHbO + ΔHbR；Xρ = ρΔHbO − (1−ρ)ΔHbR，ρ=0.35。T 是表观总 Hb 变化；Xρ 是氧合分配相关坐标。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物理解释的限制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只有参考氧合比例 S₀=1−ρ 时，Xρ 才能抵消总量变化。当前没有测得个体 S₀；不能称绝对血氧饱和度、脑血容量或代谢率。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比例不能直接定源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T 与 Xρ 不是等范数正交坐标；物理项与额外项可相关或互相抵消。坐标平方量比值不能解释为来源能量百分比。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固定 [0.65,0.35] 加载令额外项 X₀.₃₅≈0，这是代数约束，不是来源已辨识。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A｜三个集合回答不同的稳定性问题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范围是有限候选的包络，不是生理后验或校准置信区间。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证据：stability_metrics.csv；stability/*.npz；stability_worker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108960"/>
                <a:gridCol w="3063240"/>
                <a:gridCol w="2834640"/>
              </a:tblGrid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集合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变化对象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接纳规则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不能据此声称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近等价 profile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固定成分位移后，物理路径重新拟合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工程目标增幅 ≤5%；同一目标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已搜索全部可能解释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测量／先验敏感性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增益、时移、加载、先验与训练尺度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保留预定的收敛变体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属于同一似然置信集合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响应／初态方向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BC/HselectedC；初态/响应切线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复用强化实验的冻结解与 profile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自由响应参数的完整 profile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teacher 字段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每时刻 lower/upper、稳定掩码和候选数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范围阈值 0.20 训练坐标 SD；至少两解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掩码等于真实来源概率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单一候选的范围虽为零，仍不提供稳定解释证据。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A｜完整预测接近，额外 HbT 仍可变化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每组三点是一个保留窗口；圆点表示至少两解，叉号表示只有参考解。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证据：stability_metrics.csv：near_equivalent_profile、D-fixed、HbT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6" name="Picture 5" descr="02_profile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分母必须可见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固定方向 profile 共 6 窗，仅 2 窗存在接纳的非零位移；其余不能判定“可靠”。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幅度分配可能互相抵消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部分窗口中物理 HbT 与额外 HbT 的变化远大于完整预测变化，支持保留归属范围。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阈值不是统计检验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虚线仅为预定 0.20 训练 SD 的工程稳定性阈值；6 窗也不是随机人群抽样。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可预测的完整 Hb 变化，仍可能没有唯一的物理／额外项分配。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A｜同一窗口中的相互抵消是可见的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示例选择：有非零接纳位移的窗口中按稳定身份排序取首个；没有按图形美观挑选。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证据：stability/eeg_fnirs_single_trial__subject_05__session_00__prefrontal__w12.npz；原 attribution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6" name="Picture 5" descr="03_profile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1234"/>
            <a:ext cx="7726679" cy="43784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本页身份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subject_05 / session_00 / w12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同一批解释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完整预测范围 0.226 SD；物理项 1.473；额外项 1.518。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纵轴独立但单位相同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每面板均除以同一训练 HbT SD；为读清峰谷，纵轴范围独立。颜色在全套报告一致。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黑线是参与拟合的实测观测；彩色曲线是模型条件解释，不是潜变量真值。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A｜稳定性取决于具体坐标与候选集合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每点一个窗口；72 窗属于18名被试，重复窗口有依赖关系。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证据：stability_metrics.csv：sensitivity、M-observation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6" name="Picture 5" descr="04_sensitivity_coordin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读图方法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横轴为 HbT 范围，纵轴为 Xρ 范围；左下区域同时小于预定 0.20 SD 阈值。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额外 HbT 的覆盖率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M-observation 的额外 HbT 在 38/72 窗低于阈值；这只对当前敏感性集合成立。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加载改变也改变坐标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本集合含 ρ=0.25/0.45，所以 Xρ 不再被固定方向恒等约束为零。不能将某一集合的稳定性推广到全部机制。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输出每个字段的范围、覆盖率和候选来源，优于一个笼统的“可靠／不可靠”标签。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A｜更换响应解释，也会移动额外成分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只比较已保存的 BC 与 HselectedC；没有重新利用评价数据选择响应。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证据：stability_metrics.csv：response_choice、near_equivalent_initial、near_equivalent_response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6" name="Picture 5" descr="05_response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响应选择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图中每点是两种响应产生不同结果的窗口；完全相同的解计入分母，但不冒充第二个解释。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初态与响应方向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另保留 initial/response 切线引导的位移 profile 及对应包络，可逐字段查阅。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适用上限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响应参数在这些 profile 中仍被冻结；本轮没有新增原生连续状态拟合，也不能排除其竞争解释。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动态模型选择的影响必须进入 teacher 元数据；不能统一归为测量噪声。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A｜已交付可供 teacher 使用的字段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这是条件监督接口，不是已经晋级的生理 teacher。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证据：observation_semantics.py：coordinate_stability；stability/*.json、*.npz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074920"/>
                <a:gridCol w="3154680"/>
              </a:tblGrid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字段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实际含义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使用限制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lower / upper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同一解释集合内每时刻 HbT / Xρ 的最小／最大值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集合范围，不是概率区间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candidate_count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参考解加接纳的不同解释数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仅一个候选时，稳定掩码为假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pointwise_stable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范围不超过 0.20 个训练坐标 SD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工程阈值，不代表来源唯一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sufficient_candidates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是否存在至少两种接纳解释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约束性零坐标需单独标记解释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来源与比较类型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profile、测量敏感性或响应选择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不能混合为校准生理后验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本次没有以这些字段重新训练 tokenizer，也没有把 EOG 关联写成 Hb 来源标签。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B｜电位混入与慢 Hb 响应分开检验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输入是实际 HEOG/VEOG；评价目标不再是自由拟合的共同残差。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证据：resolved_config.yaml：events；event_models.json；event_inventory.csv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电位路径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原生 200 Hz → 0.5–15 Hz 零相位带通 → 50 Hz。signed HEOG/VEOG 的 −0.04、0、+0.04 秒输入，经训练冻结 ridge 预测六路前额 EEG。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事件路径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按训练尺度检测 VEOG 幅度和 HEOG 斜率越阈候选，阈值 3 SD、间隔 0.5 秒。有限脉冲响应（FIR）即时滞后0/0.25/0.5/1秒，延迟滞后2/4/6/8秒。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独立目标与对照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目标为 HbT/Xρ 和原始 OD 一步差分幅度；比较真实、同条件错训练被试和不环绕的 +8 秒时移。Hb/OD 的基线为训练条件时间模板。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三个机制分开表述：眼电相关电位、眼动伴随光学变化、眼动相关慢 Hb；关联不自动定源。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B｜真实 EOG 可预测跨被试前额电位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柱为被试等权平均误差；误差棒为冻结模型下的 95% 被试块区间。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证据：event_metrics.csv、event_comparisons.csv：EEG_voltage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14</a:t>
            </a:r>
          </a:p>
        </p:txBody>
      </p:sp>
      <p:pic>
        <p:nvPicPr>
          <p:cNvPr id="6" name="Picture 5" descr="06_eeg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Single-Trial：14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相对训练均值改善 0.434 [0.356, 0.522] NRMSE；112/112 窗配对。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Simultaneous：13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改善 0.482 [0.363, 0.606]；104/104 窗配对。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两个 null 同样通过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真实 EOG 优于错被试与时移；六项主要电位比较经 Holm 后均通过。支持 EOG 相关电信号读出。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本结果不保证减去预测后得到“纯神经 EEG”，更不能将同一来源名称传播给 Hb。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B｜signed 映射保留通道与方向信息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每格是一个训练冻结系数；H=HEOG，V=VEOG；两图共享颜色尺度。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证据：event_models.json：voltage_model；prepared/*.json：eeg_channels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6" name="Picture 5" descr="07_eog_spatial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比 log-energy 更直接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signed 电位映射保留正负方向，可检查不同前额电极的投影；无需把残差当成眼电真值。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系数是联合回归结果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三个相近时滞高度相关，单格系数不能单独解释为电流传播方向或电极敏感度。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预测而非拟合说明证据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这些系数只来自奇数编号训练被试；上一页的偶数编号被试提供独立预测证据。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EOG 来源锚点支持的是这一电位读出；不是整条 O 表征或全部残差的来源。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B｜EOG 与电位的对应可直接核验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示例固定取 Single-Trial 首名评价被试的首窗；没有按预测成绩选择。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证据：prepared/eeg_fnirs_single_trial__subject_02__session_00.npz；event_models.json；event_metrics.csv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16</a:t>
            </a:r>
          </a:p>
        </p:txBody>
      </p:sp>
      <p:pic>
        <p:nvPicPr>
          <p:cNvPr id="6" name="Picture 5" descr="07b_native_eog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上图是输入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HEOG 与 VEOG 经过相同的0.5–15 Hz滤波；保留正负电位。两路来自实际辅助电极。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下图是独立目标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展示 AFF5h 的电位和冻结映射预测；该窗口六通道总体 NRMSE=0.179。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峰谷与残余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同步大幅变化可被预测，局部偏差仍存在；两面板纵轴独立，不以视觉重合代替六通道指标。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目标 EEG 没有参与本窗口的回归拟合；本页是跨被试冻结预测。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B｜电位证据没有延伸成稳定 Hb 归属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点为“模板误差 − EOG 模型误差”；横线为95%被试块区间，正值才表示改善。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证据：event_comparisons.csv：real_vs_template；各 Hb/OD 端点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17</a:t>
            </a:r>
          </a:p>
        </p:txBody>
      </p:sp>
      <p:pic>
        <p:nvPicPr>
          <p:cNvPr id="6" name="Picture 5" descr="08_eog_hb_op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HbT 并未获益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Single-Trial：-0.010 [-0.016, -0.004]；Simultaneous 同样没有正面改善。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原始光学突变也未获益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Single-Trial OD 差分幅度：-0.010 [-0.018, -0.004]。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负结果的实际范围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它限制此事件检测、FIR、训练划分及目标通道；不证明眼动与所有 Hb 或接触变化完全无关。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本轮可称“EOG 相关电位”，不能称“已识别眼动导致的 Hb 成分”。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B｜加入延迟事件项没有一致增量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对照模型只用 0–1 秒事件滞后；候选再加入 2/4/6/8 秒，训练数据和目标保持相同。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证据：event_comparisons.csv：delayed_increment；event_models.json：instant_model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6" name="Picture 5" descr="09_delayed_inc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比较方向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横轴为“仅即时事件误差 − 即时＋延迟误差”。Single-Trial HbT 的变化偏负，其他端点缺少一致正面证据。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不能把延迟当生理证明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Hb 使用离线零相位低频处理；一个延迟回归系数不等于直接测得的生理响应时延。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仍存在竞争解释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即使未来观察到事件相关 Hb，也要区分电位混入、伴随运动／接触与延迟生理作用。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保留具体端点的负结果；没有把“慢变化”升级为自主神经或浅层血流。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B｜电位可相加，功率与 log-power 不可相加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冻结 EOG 电位预测先从原生 EEG 相减，再经过原有五频带功率链；图为被试等权均值。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证据：power_chain.csv；observation_baselines.py：eeg_band_power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19</a:t>
            </a:r>
          </a:p>
        </p:txBody>
      </p:sp>
      <p:pic>
        <p:nvPicPr>
          <p:cNvPr id="6" name="Picture 5" descr="10_power_nonadd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左图是变换后的影响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低频变化通常更明显；纵轴是自然对数差，不是百分比，也不是“去除了多少神经信号”。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右图检验非加性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P(原始) − P(预测电位) − P(余量) 的 RMS 非零，反映平方运算的交叉项。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没有“纯净 EEG”真值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余量只是减去一个受 EOG 支持的预测之后的信号；未验证其全部为神经来源。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不要在 log-power 残差上直接贴“眼电幅度”标签。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B｜检测事件数不是独立样本量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每点一名被试，黑横线为中位数；候选事件由信号阈值检测而来。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证据：event_inventory.csv；measured_plan.json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20</a:t>
            </a:r>
          </a:p>
        </p:txBody>
      </p:sp>
      <p:pic>
        <p:nvPicPr>
          <p:cNvPr id="6" name="Picture 5" descr="11_ev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完整数量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训练＋评价共检测 7,185 次候选事件；评价部分 2,909 次。两类检测可能重叠。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事件名称保持谨慎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未用人工眨眼／眼跳标注核验灵敏度与特异性，因此称 VEOG 幅度／HEOG 斜率越阈候选。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统计单位仍是被试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电位与 Hb 的区间按14或13名评价被试重采样；不把几千次事件当作几千名独立受试者。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事件级设计增加机制具体性，但不会自动增加独立样本量。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C｜先匹配几何，再比较硬件共享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左：通道中心的模板投影，不是个体组织深度；右：每点一个目标通道。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证据：refinement/hardware_topology.json；prepared/*.json：geometry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21</a:t>
            </a:r>
          </a:p>
        </p:txBody>
      </p:sp>
      <p:pic>
        <p:nvPicPr>
          <p:cNvPr id="6" name="Picture 5" descr="12_hardwar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三臂同容量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各使用一个 donor 的 HbO/HbR，共两个预测输入和一个截距；训练冻结 ridge。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主比较限于20通道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在所有共享／非共享配对中最小化距离差，并取 ≤0.02 模板头单位的20/36个目标。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共享不等于纯硬件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共享 source/detector 也改变组织重叠；模板距离匹配只能减少距离混杂。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没有 optode 身份的 Simultaneous 不进入本项硬件检验。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C｜距离匹配后仍有共享优势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柱为14名被试等权误差；每人先平均八窗及20目标；2,240个目标窗口配对。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证据：refinement/hardware_metrics.csv、hardware_comparisons.csv：distance_caliper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22</a:t>
            </a:r>
          </a:p>
        </p:txBody>
      </p:sp>
      <p:pic>
        <p:nvPicPr>
          <p:cNvPr id="6" name="Picture 5" descr="13_hardware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共享对非共享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改善 0.037 [0.025, 0.050] NRMSE；Holm p=0.00067。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非共享也提供信息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非共享、距离匹配 donor 相对条件时间模板改善 0.134 [0.104, 0.164]。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两类结论并存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共享关系有额外预测价值，同时空间共同变化不限于共享硬件的通道。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共享硬件不能解释全部空间收益；但本结果还不能识别浅层或脑内来源。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C｜目标完全隐藏，仍可预测部分波形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例：subject_02 首窗、几何顺序首个合格目标 AF3AFz；非按成绩选择。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证据：prepared 数组；refinement/hardware_models.json、hardware_metrics.csv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23</a:t>
            </a:r>
          </a:p>
        </p:txBody>
      </p:sp>
      <p:pic>
        <p:nvPicPr>
          <p:cNvPr id="6" name="Picture 5" descr="13b_hidden_hb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模型能看到什么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仅一个 donor 的两路完整 Hb、训练冻结参数和任务条件；目标 HbO/HbR 都只用于画图和评分。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本窗口的数值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模板 0.258；共享 0.437；非共享匹配 0.257 NRMSE。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幅度与形态分开读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模型可跟随部分峰谷，幅度与偏移仍有误差；本例不要求逐窗都优于模板，总体结论看配对区间。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纵轴各除以对应的训练色团 SD；不是原生 µM，也不是来源分量真值。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C｜真实同步优于错被试与时移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预测器、训练尺度和目标窗口保持固定；只替换 donor 信号。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证据：refinement/hardware_comparisons.csv：distance_caliper 的 wrong /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24</a:t>
            </a:r>
          </a:p>
        </p:txBody>
      </p:sp>
      <p:pic>
        <p:nvPicPr>
          <p:cNvPr id="6" name="Picture 5" descr="14_hardware_nu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正值的含义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真实同步 donor 的误差低于同条件错训练被试及 +8 秒非环绕时移。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匹配与缺失分母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几何主比较为2,240/2,240配对；部分错被试 donor 有缺失，表中保留实际配对数。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不能反推组织来源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同步生理、共享传感器、采样组织重叠都可能贡献这些预测关系；null 只排除当前错配解释。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空间可预测性是独立约束，组织来源仍需额外测量。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C｜首轮距离不平衡，原结果完整保留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几何重匹配不使用 Hb 预测成绩；它是同一公开人群的补充开发诊断。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证据：两个运行的 hardware_topology.json、hardware_comparisons.csv；v2 合同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25</a:t>
            </a:r>
          </a:p>
        </p:txBody>
      </p:sp>
      <p:pic>
        <p:nvPicPr>
          <p:cNvPr id="6" name="Picture 5" descr="15_geometry_refi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首轮的限制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最近共享 donor 对应的非共享 donor 距离中位约为其1.45倍，不能单独分离硬件与距离。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补充后的变化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全目标优势由 0.060 降为 0.034；严格匹配20目标为 0.037。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不混写为独立重复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训练／评价被试未更换；补充结果减少几何混杂，没有新增独立人群证据。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报告同时呈现原规则和修正规则，避免用更好看的子集覆盖原结果。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C｜光学共同变化提供背景，不能直接定源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每点一名评价被试；先平均相同目标与窗口，再比较两类 donor。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证据：refinement/hardware_metrics.csv：synchronous_OD_jump_correlation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26</a:t>
            </a:r>
          </a:p>
        </p:txBody>
      </p:sp>
      <p:pic>
        <p:nvPicPr>
          <p:cNvPr id="6" name="Picture 5" descr="16_optical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横轴的实际计算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原始正光强取 −log，再计算0.1秒一步 OD 差分的双波长 RMS；比较目标／donor 突变幅度相关。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它不是接触真值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光学突变可能包含接触、运动、真实快速变化等；没有同步接触传感器或人工标签。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本图只作诊断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没有预定的来源判别检验；散点趋势不能证明共享预测增益由某一种硬件噪声造成。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结合原始测量域进行审查，仍须保留多种竞争解释。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D｜改变机制位置，保持推断条件对称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使用现有非线性六状态 SSM；所有候选获得相同已知驱动与初态。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证据：mechanism_library、mechanism_worker；两个 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四种干预位置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τ（平均通过时间，秒）改变状态演化；无量纲 Hb 增益改变观测映射；额外 HbT 以 [0.65,0.35] 加到观测；时移改变 Hb 与驱动的时间对应。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六组竞争，每组九点候选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按预定波形、幅度、频谱代价选择非零干预对；匹配只使用生成真值，不使用之后的噪声或推断结果。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正确／错误／缺失锚点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900" b="0">
                <a:solidFill>
                  <a:srgbClr val="26384A"/>
                </a:solidFill>
                <a:latin typeface="Noto Sans CJK SC"/>
              </a:defRPr>
            </a:pPr>
            <a:r>
              <a:t>锚点为有噪声的独立增益标定、时间标定及四段额外 HbT 测量；不包含 τ 或机制类别标签。错误锚点来自竞争机制。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这是已知驱动／初态的能力上界，不能直接迁移为真实数据来源辨识能力。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D｜白噪声天花板与慢相关噪声诊断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每套64个训练身份定尺度，128个独立评价身份；每身份六对机制×两真机制×四锚点条件。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证据：mechanism_calibration.json、mechanism_metrics.csv；refinement 的对应文件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663440"/>
                <a:gridCol w="1691640"/>
                <a:gridCol w="2606040"/>
              </a:tblGrid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条件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生成与推断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无锚点错误率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解释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首轮白噪声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边际 SD=0.20训练SD；独立时间噪声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已达天花板，不能显示锚点必要性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补充 AR(1)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ρ=0.95；相同边际SD；新的身份；精确白化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0.78%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有效时间信息下降，检验敏感性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推断评分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观测马氏距离＋可用锚点的冻结高斯距离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目标只用于评分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每个候选面对相同噪声模型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候选集合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相对最优代价增幅 ≤3.841459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报告经验覆盖率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有限似然比集合，不叫生理后验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两套各6,144个评分单元；生成身份才是统计独立单元。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D｜“最相似”不等于完全不可区分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每个点为128个生成身份的中位数；幅度与频谱平衡参与匹配，但不是精确等式。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证据：两个运行的 mechanism_matching.csv；mechanism_library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29</a:t>
            </a:r>
          </a:p>
        </p:txBody>
      </p:sp>
      <p:pic>
        <p:nvPicPr>
          <p:cNvPr id="6" name="Picture 5" descr="17_mechanism_m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匹配质量必须报告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左图为考虑噪声协方差后的波形差；右图越接近零，干预幅度越相近。六种竞争难度并不相同。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保留天花板结果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白噪声首轮完全判对，反映固定驱动/初态、有限候选与充分时间信息的有利条件。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没有制造来源后验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训练尺度、噪声和候选均由生成合同规定；有限字典的分类表现不代表复杂真实来源已被辨识。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原始白噪声结果和补充慢噪声结果各自保留，不能择优汇总。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D｜错配锚点比缺失锚点更危险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慢相关噪声；先在每生成身份内平均两种真机制，再跨128身份汇总。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证据：refinement/mechanism_metrics.csv、mechanism_comparisons.csv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30</a:t>
            </a:r>
          </a:p>
        </p:txBody>
      </p:sp>
      <p:pic>
        <p:nvPicPr>
          <p:cNvPr id="6" name="Picture 5" descr="18_mechanism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总体错误率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无锚点 0.78%；正确 0.26%；错配 18.82%。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正确锚点收益有上限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无锚点已经很强，正确锚点只带来有限绝对改善；逐对比较还须查看 Holm 校正结果。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缺失时如实退回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缺失锚点与无锚点逐单元完全一致；没有以隐藏真值填补不存在的辅助输入。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锚点有价值的前提是其来源、时钟、标定和可用性正确；不能盲目提高监督权重。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D｜错误锚点会把动力学变化吸入额外项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τ 干预的真实额外项为零；右图直接检验是否虚构一个额外成分。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证据：refinement/mechanism_metrics.csv：component_error、false_component_projection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31</a:t>
            </a:r>
          </a:p>
        </p:txBody>
      </p:sp>
      <p:pic>
        <p:nvPicPr>
          <p:cNvPr id="6" name="Picture 5" descr="19_teacher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成分误差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无锚点 0.0065 SD，正确 0.0026，错配 0.0830。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τ 的虚假归属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平均有符号投影：无锚点 0.0095，正确 0.0038，错配 0.1529。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投影不是能量占比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计算为 ⟨估计额外项,真实变化⟩ / ||真实变化||²，先按训练 Hb SD 缩放；允许负值，不是来源概率。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监督目标需要锚点有效性和竞争解释检查；仅重建准确并不足够。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D｜输出候选集合仍需检查经验覆盖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候选得分距最优不超过3.841459即接纳；先合并同机制的参数候选。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证据：refinement/mechanism_metrics.csv：ambiguous、set_coverage、parameter_set_coverage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32</a:t>
            </a:r>
          </a:p>
        </p:txBody>
      </p:sp>
      <p:pic>
        <p:nvPicPr>
          <p:cNvPr id="6" name="Picture 5" descr="20_ambiguity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两种覆盖不要混淆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本页是“真机制是否在集合内”；精确生成参数的覆盖率另保存在表中，不能相互替代。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错误锚点会排除真机制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错配锚点的集合覆盖下降，说明即使允许多个解释，错误外部约束也可能给出错误而自信的集合。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参考线不是资格线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3.841459 没有在本实验中被校准成95%生理置信区间；虚线只便于读数。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teacher 应交付候选范围及其成立条件，而不是把工程集合直接称后验。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D｜拟合相近时，分量解释可以走错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例：生成身份 0，τ / 增益；在保留曲线的前3身份中按ID取首个错配失败例。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证据：refinement/mechanisms/r000.npz、mechanism_metrics.csv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33</a:t>
            </a:r>
          </a:p>
        </p:txBody>
      </p:sp>
      <p:pic>
        <p:nvPicPr>
          <p:cNvPr id="6" name="Picture 5" descr="21_false_attribution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7726679" cy="429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7276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黑虚线是真值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5681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合成 τ 改变了物理响应；真实额外项为零。此处真值来自生成器，不是实测组织信号。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9008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错配锚点的影响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7413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该例被判为 Hb_gain，额外成分误差 0.285 SD；有符号投影 0.833。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407408"/>
            <a:ext cx="324612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50" b="1">
                <a:solidFill>
                  <a:srgbClr val="087F8C"/>
                </a:solidFill>
                <a:latin typeface="Noto Sans CJK SC"/>
              </a:defRPr>
            </a:pPr>
            <a:r>
              <a:t>例子不代替分母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91456"/>
            <a:ext cx="3246120" cy="1033271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50" b="0">
                <a:solidFill>
                  <a:srgbClr val="26384A"/>
                </a:solidFill>
                <a:latin typeface="Noto Sans CJK SC"/>
              </a:defRPr>
            </a:pPr>
            <a:r>
              <a:t>本页用于读懂失败机制；总体结果仍以128身份、全部机制对及全部失败单元计算。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完整预测与成分归属必须分开评分。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统计上能确认什么，哪些仍不确定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显著性来自配对被试／生成身份，而非图中的时间点数。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证据：event_comparisons.csv；refinement/hardware_comparisons.csv、mechanism_comparisons.csv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840480"/>
                <a:gridCol w="5166360"/>
              </a:tblGrid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问题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主要数值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统计与解释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 电位预测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改善 0.434 / 0.482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真实优于基线和两个 null；六项均通过 Holm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 Hb／OD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没有一致正面增量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多个端点为负或区间跨零；不能升级来源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C 距离匹配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0.037 [0.025, 0.050] NRMSE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14人配对；仍有组织重叠竞争解释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D 正确锚点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错误率 0.78% → 0.26%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六机制对中分类改善 0/6、成分误差改善 2/6 通过既定 Holm 族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D 错配锚点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错误率 18.82%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只在生成模型与合成锚点假设内成立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小的平均改善不应替代成对检验；负结果和不确定性也是本轮结论。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本轮的解释等级与下游用途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同一 token 的不同字段可以拥有不同证据等级。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证据：本报告对应 A/B/C/D 保留证据；用户计划 §五、§八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383280"/>
                <a:gridCol w="2560320"/>
              </a:tblGrid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对象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本轮支持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适合的后续用途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不支持的命名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HbT / Xρ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明确的观测坐标、条件范围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分量级监督与有效性字段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绝对血氧／代谢率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EOG 相关电位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跨被试和配对 null 的预测证据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O 分支的辅助读出或测量上下文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整条 O 等于眼电／噪声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同步空间 Hb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非共享 donor 的独立预测收益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空间一致性约束与遗漏上下文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浅层、全身或脑内的唯一来源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合成机制标签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限定模型内的条件辨别与失败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teacher 竞争解释、锚点缺失测试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已验证的实测组织来源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O 可以承载有生理意义的额外上下文；不应先强制它与任务标签无关。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E 未执行；下一步应补独立约束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本轮缺少可访问的独立机制验证集，没有用现有 Hb 导出或合成观测替代。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证据：summary.json：E；用户计划 §七 E；DATA_CONTRACT.md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3840480"/>
              </a:tblGrid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尚未解决的问题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最需要的观测／检验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为什么现有结果不够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共享硬件 vs 组织重叠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局部短间距、光学接触／运动传感器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几何匹配不等于敏感组织一致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浅层 vs 脑内系统反应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同步血压、呼气末CO₂及局部短间距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组织位置与驱动来源是两个问题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原生连续初态竞争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冻结设计的连续记录 C-free/C-chain 实验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本轮A只复用窗口级候选和profile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学生推理缺锚点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预先定义缺失机制与降级输出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蒸馏不能消除观测不可辨识性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建议先把可支持的电位读出和坐标范围接入 teacher 原型，再用新独立观测审查来源。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完整分母、软件检查与交付边界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成功子集的均值不覆盖缺失和失败；本报告引用固定的两个实验运行。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证据：summary.json、verification.json；refinement/summary.json、verification.json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794760"/>
                <a:gridCol w="4983480"/>
              </a:tblGrid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项目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计划／可用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5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处理方式</a:t>
                      </a:r>
                    </a:p>
                  </a:txBody>
                  <a:tcPr marL="82296" marR="82296" marT="41148" marB="41148">
                    <a:solidFill>
                      <a:srgbClr val="173D5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原生读取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55／55记录；440／440窗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按模态和通道保留支持；旧pilot仍在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A 保留窗口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72／72窗口；有限profile另报候选数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单一候选不判稳定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B 评分行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3,584行；非有限误差 0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相同评分时段；主要电位216/216窗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C 补充评分行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40,320行；非有限误差 203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主要20目标2,240/2,240；null缺失独立报告</a:t>
                      </a:r>
                    </a:p>
                  </a:txBody>
                  <a:tcPr marL="82296" marR="82296" marT="41148" marB="41148">
                    <a:solidFill>
                      <a:srgbClr val="EAF0F5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D 评分单元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两套各6,144／6,144；各128身份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26384A"/>
                          </a:solidFill>
                          <a:latin typeface="Noto Sans CJK SC"/>
                        </a:defRPr>
                      </a:pPr>
                      <a:r>
                        <a:t>无锚点＝推理缺失逐单元核验</a:t>
                      </a:r>
                    </a:p>
                  </a:txBody>
                  <a:tcPr marL="82296" marR="82296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未进行 protected evaluation、新 tokenizer 训练或额外独立生理采集。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5943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600" b="1">
                <a:solidFill>
                  <a:srgbClr val="26384A"/>
                </a:solidFill>
                <a:latin typeface="Noto Sans CJK SC"/>
              </a:defRPr>
            </a:pPr>
            <a:r>
              <a:t>证据、代码与复现入口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50976"/>
            <a:ext cx="11155680" cy="4572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300" b="0">
                <a:solidFill>
                  <a:srgbClr val="526477"/>
                </a:solidFill>
                <a:latin typeface="Noto Sans CJK SC"/>
              </a:defRPr>
            </a:pPr>
            <a:r>
              <a:t>报告是沟通材料；CSV、逐单元记录与冻结配置仍是结果的事实源。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28816"/>
            <a:ext cx="10789920" cy="22860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850" b="0">
                <a:solidFill>
                  <a:srgbClr val="65758A"/>
                </a:solidFill>
                <a:latin typeface="Noto Sans CJK SC"/>
              </a:defRPr>
            </a:pPr>
            <a:r>
              <a:t>证据：experiments/README.md；docs/EXPERIMENT_PLAN.md；两个 launch.json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502920" cy="27432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65758A"/>
                </a:solidFill>
                <a:latin typeface="Noto Sans CJK SC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主要运行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875" b="0">
                <a:solidFill>
                  <a:srgbClr val="26384A"/>
                </a:solidFill>
                <a:latin typeface="Noto Sans CJK SC"/>
              </a:defRPr>
            </a:pPr>
            <a:r>
              <a:t>experiments/runs/physiology_semantic_tokenizer/observation_semantics/20261009_v2/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75" b="0">
                <a:solidFill>
                  <a:srgbClr val="26384A"/>
                </a:solidFill>
                <a:latin typeface="Noto Sans CJK SC"/>
              </a:defRPr>
            </a:pPr>
            <a:r>
              <a:t>A/B 与原始 C/D；resolved_config、来源、supervisor日志、逐记录数组和 verification。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有界补充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0128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875" b="0">
                <a:solidFill>
                  <a:srgbClr val="26384A"/>
                </a:solidFill>
                <a:latin typeface="Noto Sans CJK SC"/>
              </a:defRPr>
            </a:pPr>
            <a:r>
              <a:t>同一 suite 的 20261009_refinement_v1/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75" b="0">
                <a:solidFill>
                  <a:srgbClr val="26384A"/>
                </a:solidFill>
                <a:latin typeface="Noto Sans CJK SC"/>
              </a:defRPr>
            </a:pPr>
            <a:r>
              <a:t>几何匹配 C 与独立生成身份的慢相关噪声 D；引用主运行的 prepared 数据，不重读原生文件。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软件入口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875" b="0">
                <a:solidFill>
                  <a:srgbClr val="26384A"/>
                </a:solidFill>
                <a:latin typeface="Noto Sans CJK SC"/>
              </a:defRPr>
            </a:pPr>
            <a:r>
              <a:t>evaluate_observation_semantics.py --stage check / pilot / all / refinement / verify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875" b="0">
                <a:solidFill>
                  <a:srgbClr val="26384A"/>
                </a:solidFill>
                <a:latin typeface="Noto Sans CJK SC"/>
              </a:defRPr>
            </a:pPr>
            <a:r>
              <a:t>配置 observation_semantics_v1.yaml、v2.yaml；针对性测试 test_observation_semantics.py。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62472"/>
            <a:ext cx="11018520" cy="384048"/>
          </a:xfrm>
          <a:prstGeom prst="rect">
            <a:avLst/>
          </a:prstGeom>
          <a:noFill/>
        </p:spPr>
        <p:txBody>
          <a:bodyPr wrap="square" lIns="18288" rIns="18288" tIns="13716" bIns="13716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500" b="1">
                <a:solidFill>
                  <a:srgbClr val="173D59"/>
                </a:solidFill>
                <a:latin typeface="Noto Sans CJK SC"/>
              </a:defRPr>
            </a:pPr>
            <a:r>
              <a:t>图片均以240 dpi PNG嵌入；PPT正文、表格和PDF文字保留可选择文本。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