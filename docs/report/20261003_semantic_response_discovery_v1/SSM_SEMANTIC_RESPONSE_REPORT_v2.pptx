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证据：["docs/METHOD_RATIONALE.md", "docs/EXPERIMENT_PLAN.md", "summary.json", "tokenizer/summary.json"]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证据：summary.json; dataset_equal_comparisons.csv; tokenizer/summary.json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证据：presentation_sources.json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证据：docs/METHOD_RATIONALE.md: Research question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证据：shared_driver_modes/20261002_v1; shared_driver_attribution/20261002_v1; docs/EXPERIMENT_PLAN.md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证据：讨论形成的冻结合同：docs/EXPERIMENT_PLAN.md; semantic_response_discovery_v1.yaml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证据：docs/METHOD_RATIONALE.md; docs/EXPERIMENT_PLAN.md; frozen run summary.json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图：/SSD_2/pid-mcm-implementation/docs/report/20261003_semantic_response_discovery_v1/figures/method_evidence_chain.png</a:t>
            </a:r>
          </a:p>
          <a:p>
            <a:r>
              <a:t>完整图注：本报告把讨论、具体实现、对照端点和科学判读逐一对应；历史结果只作为动机。</a:t>
            </a:r>
          </a:p>
          <a:p>
            <a:r>
              <a:t>统计：{}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证据：docs/EXPERIMENT_PLAN.md; semantic_response_discovery_v1.yaml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证据：docs/DATA_CONTRACT.md; parent prepared record identities; unified_physiology.py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图：/SSD_2/pid-mcm-implementation/docs/report/20261003_semantic_response_discovery_v1/figures/method_raw_lineage.png</a:t>
            </a:r>
          </a:p>
          <a:p>
            <a:r>
              <a:t>完整图注：EEG 的模式贡献可在 log-power 特征中相加，不能直接与高频原始电压相加。</a:t>
            </a:r>
          </a:p>
          <a:p>
            <a:r>
              <a:t>统计：{}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证据：metadata_plan_proposal.json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证据：summary.json: limitations; metadata_plan_proposal.json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证据：docs/DATA_CONTRACT.md; docs/DATASETS_DESCRIPTION.md; waveform_provenance.json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"/SSD_2/pid-mcm-implementation/data/EEG+NIRS Single-Trial/EEG_01-29/subject 01/with occular artifact/cnt.mat", "raw_hb": ["/SSD_2/pid-mcm-implementation/data/EEG+NIRS Single-Trial/NIRS_01-29/subject 01/cnt.mat", "/SSD_2/pid-mcm-implementation/data/EEG+NIRS Single-Trial/EEG_01-29/subject 01/with occular artifact/cnt.mat"], "prepared": "/SSD_2/pid-mcm-implementation/experiments/runs/physiology_semantic_tokenizer/shared_driver_reconstruction/20260928_physiology_semantics_v1/prepared/eeg_fnirs_single_trial__subject_01__session_00/posterior.npz", "feature": "/SSD_2/pid-mcm-implementation/experiments/runs/physiology_semantic_tokenizer/semantic_response_discovery/20261002_v1/features/evaluation/eeg_fnirs_single_trial__subject_01__session_00__posterior__w17.npz", "modes": "/SSD_2/pid-mcm-implementation/experiments/runs/physiology_semantic_tokenizer/semantic_response_discovery/20261002_v1/eeg_modes/eeg_fnirs_single_trial__posterior/eeg_fnirs_single_trial__subject_01__session_00__posterior__w17/real__fixed.npz", "response": "/SSD_2/pid-mcm-implementation/experiments/runs/physiology_semantic_tokenizer/semantic_response_discovery/20261002_v1/measured/eeg_fnirs_single_trial__subject_01__session_00__posterior__w17/input_lowpass/real/prefix_40.npz", "control": "/SSD_2/pid-mcm-implementation/experiments/runs/physiology_semantic_tokenizer/semantic_response_discovery/20261002_v1/measured/eeg_fnirs_single_trial__subject_01__session_00__posterior__w17/gain_selected/real/prefix_40.npz"}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图：/SSD_2/pid-mcm-implementation/docs/report/20261003_semantic_response_discovery_v1/figures/waveform_01_median_native_wide.png</a:t>
            </a:r>
          </a:p>
          <a:p>
            <a:r>
              <a:t>完整图注：精确回溯本轮评价窗口。原始电压与发布Hb/光强保持各自单位；频带图展示已有局部特征变换，不把prepared称为raw。</a:t>
            </a:r>
          </a:p>
          <a:p>
            <a:r>
              <a:t>统计：{"id": "eeg_fnirs_single_trial__subject_01__session_00__posterior__w17", "dataset": "eeg_fnirs_single_trial", "role": "median", "delta": 0.0, "paired_population": 144, "population_median_delta": 0.0, "best_stable_nrmse": 1.2757054753208183, "gain_nrmse": 1.2757054753208183, "chosen_arm": "input_lowpass", "spec": {"arm": "input_lowpass", "gamma": 0.0, "gain": 0.0, "tau_n": 0.0, "tau_v": 0.0,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1.1102230246251565e-16,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3.469446951953614e-18,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证据：resolved_config.json: tensor/data; metadata_plan_proposal.json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证据：semantic_response_discovery_v1.yaml: measured; public_encoding_view; public_raw_context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图：/SSD_2/pid-mcm-implementation/docs/report/20261003_semantic_response_discovery_v1/figures/method_visibility.png</a:t>
            </a:r>
          </a:p>
          <a:p>
            <a:r>
              <a:t>完整图注：前缀 40 = 10 s；零前缀不用目标 Hb token。parent 非因果处理与全窗 EEG 仍使端点属于离线补全。</a:t>
            </a:r>
          </a:p>
          <a:p>
            <a:r>
              <a:t>统计：{}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证据：src/inference/semantic_response_ssm.py; frozen evaluation runner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图：/SSD_2/pid-mcm-implementation/docs/report/20261003_semantic_response_discovery_v1/figures/method_ssm_inference.png</a:t>
            </a:r>
          </a:p>
          <a:p>
            <a:r>
              <a:t>完整图注：与历史全窗联合拟合的可见信息不同，因此历史重建数字不能直接当作本轮同条件基线。</a:t>
            </a:r>
          </a:p>
          <a:p>
            <a:r>
              <a:t>统计：{}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证据：resolved_config.json: model; model_spec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证据：src/inference/semantic_response_ssm.py; Buxton et al. 2004, Eq.11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证据：semantic_response_ssm.py: _physical_response_slope / fit_fixed_driver_response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证据：resolved_config.json: baselines; fit_baselines; public_raw_context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证据：primary_null_specificity.csv/json; docs/EXPERIMENT_PLAN.md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证据：docs/EXPERIMENT_PLAN.md; primary_null_specificity.json; tokenizer/scenario_variant_seed_summary.csv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证据：resolved_config.json: endpoints/uncertainty; dataset_equal_comparisons.csv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证据：synthetic_calibration/*.json; synthetic_summary.csv; cross_mechanism_fit_matrix.csv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证据：["dataset_equal_comparisons.csv"]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图：/SSD_2/pid-mcm-implementation/docs/report/20261003_semantic_response_discovery_v1/figures/quant_01_ssm_primary_forest.png</a:t>
            </a:r>
          </a:p>
          <a:p>
            <a:r>
              <a:t>完整图注：40点前缀下，谱混合对匹配衰减的NRMSE改善为0.00354，保留区间[-0.00325, 0.01072]跨零；稳定动力学对独立增益改善0.01371，但对自身Hb历史和其他区域Hb基线的改善分别为-0.17814、-0.16186，均为负。</a:t>
            </a:r>
          </a:p>
          <a:p>
            <a:r>
              <a:t>统计：[{"label": "谱混合 vs 匹配衰减", "prefix_steps": 40, "arm": "gamma_selected", "control": "gamma_attenuation", "metric": "Hb_nrmse", "planned_pairs": 360, "common_success_pairs": 360, "failed_or_missing_pairs": 0, "subjects": 15, "datasets": 3, "gain": 0.0035429569452197, "ci_low": -0.0032545799030316, "ci_high": 0.010723644889177, "positive_gain": "arm_better", "interval": "dataset_equal_subject_block_1000_fixed_objects_exploratory"}, {"label": "谱混合 vs 独立增益", "prefix_steps": 40, "arm": "gamma_selected", "control": "gain_selected", "metric": "Hb_nrmse", "planned_pairs": 360, "common_success_pairs": 360, "failed_or_missing_pairs": 0, "subjects": 15, "datasets": 3, "gain": -0.056691084401498, "ci_low": -0.0808057738089482, "ci_high": -0.0323639584726959, "positive_gain": "arm_better", "interval": "dataset_equal_subject_block_1000_fixed_objects_exploratory"}, {"label": "独立增益 vs 匹配衰减", "prefix_steps": 40, "arm": "gain_selected", "control": "gamma_attenuation", "metric": "Hb_nrmse", "planned_pairs": 360, "common_success_pairs": 360, "failed_or_missing_pairs": 0, "subjects": 15, "datasets": 3, "gain": 0.0602340413467177, "ci_low": 0.0381029798231152, "ci_high": 0.0837421547289563, "positive_gain": "arm_better", "interval": "dataset_equal_subject_block_1000_fixed_objects_exploratory"}, {"label": "稳定动力学 vs 独立增益", "prefix_steps": 40, "arm": "best_stable", "control": "gain_selected", "metric": "Hb_nrmse", "planned_pairs": 360, "common_success_pairs": 360, "failed_or_missing_pairs": 0, "subjects": 15, "datasets": 3, "gain": 0.0137080981697952, "ci_low": 0.0028025083292326, "ci_high": 0.0247213144481329, "positive_gain": "arm_better", "interval": "dataset_equal_subject_block_1000_fixed_objects_exploratory"}, {"label": "稳定动力学 vs 自身Hb历史", "prefix_steps": 40, "arm": "best_stable", "control": "own_Hb_prefix_ridge", "metric": "Hb_nrmse", "planned_pairs": 360, "common_success_pairs": 360, "failed_or_missing_pairs": 0, "subjects": 15, "datasets": 3, "gain": -0.1781388314049068, "ci_low": -0.2531261994364179, "ci_high": -0.1033058482878012, "positive_gain": "arm_better", "interval": "dataset_equal_subject_block_1000_fixed_objects_exploratory"}, {"label": "稳定动力学 vs 其他区域Hb", "prefix_steps": 40, "arm": "best_stable", "control": "spatial_Hb_ridge", "metric": "Hb_nrmse", "planned_pairs": 360, "common_success_pairs": 360, "failed_or_missing_pairs": 0, "subjects": 15, "datasets": 3, "gain": -0.161864371543514, "ci_low": -0.2132112274754713, "ci_high": -0.1083665360434551, "positive_gain": "arm_better", "interval": "dataset_equal_subject_block_1000_fixed_objects_exploratory"}, {"label": "其他Hb+局部EEG vs 其他Hb", "prefix_steps": 40, "arm": "spatial_Hb_local_EEG_ridge", "control": "spatial_Hb_ridge", "metric": "Hb_nrmse", "planned_pairs": 360, "common_success_pairs": 360, "failed_or_missing_pairs": 0, "subjects": 15, "datasets": 3, "gain": -0.0117008432398431, "ci_low": -0.0151389661863135, "ci_high": -0.0081375695814388, "positive_gain": "arm_better", "interval": "dataset_equal_subject_block_1000_fixed_objects_exploratory"}]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证据：["paired_comparisons.csv"]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图：/SSD_2/pid-mcm-implementation/docs/report/20261003_semantic_response_discovery_v1/figures/quant_02_ssm_dataset_strata.png</a:t>
            </a:r>
          </a:p>
          <a:p>
            <a:r>
              <a:t>完整图注：每个数据集先对同一被试的窗口与区域取均值，再对被试等权汇总；三个区域不作为独立样本。稳定动力学对独立增益的NRMSE改善在三个数据集依次为-0.00146、+0.03455、+0.00803；跨数据集平均不能代替方向一致性。</a:t>
            </a:r>
          </a:p>
          <a:p>
            <a:r>
              <a:t>统计：[{"label": "谱混合 vs 匹配衰减", "dataset": "eeg_fnirs_single_trial", "prefix_steps": 40, "arm": "gamma_selected", "control": "gamma_attenuation", "metric": "Hb_nrmse", "planned_pairs": 144, "common_success_pairs": 144, "failed_or_missing_pairs": 0, "subjects": 6, "gain": -0.0033756501247354, "ci_low": -0.0212199478612287, "ci_high": 0.0134101716094117, "positive_gain": "arm_better", "interval": "subject_block_1000_fixed_training_selection_exploratory"}, {"label": "谱混合 vs 独立增益", "dataset": "eeg_fnirs_single_trial", "prefix_steps": 40, "arm": "gamma_selected", "control": "gain_selected", "metric": "Hb_nrmse", "planned_pairs": 144, "common_success_pairs": 144, "failed_or_missing_pairs": 0, "subjects": 6, "gain": -0.0559106231759443, "ci_low": -0.0920993971949542, "ci_high": -0.020898161960804, "positive_gain": "arm_better", "interval": "subject_block_1000_fixed_training_selection_exploratory"}, {"label": "独立增益 vs 匹配衰减", "dataset": "eeg_fnirs_single_trial", "prefix_steps": 40, "arm": "gain_selected", "control": "gamma_attenuation", "metric": "Hb_nrmse", "planned_pairs": 144, "common_success_pairs": 144, "failed_or_missing_pairs": 0, "subjects": 6, "gain": 0.0525349730512089, "ci_low": 0.0186298788446236, "ci_high": 0.0899924691778897, "positive_gain": "arm_better", "interval": "subject_block_1000_fixed_training_selection_exploratory"}, {"label": "稳定动力学 vs 独立增益", "dataset": "eeg_fnirs_single_trial", "prefix_steps": 40, "arm": "best_stable", "control": "gain_selected", "metric": "Hb_nrmse", "planned_pairs": 144, "common_success_pairs": 144, "failed_or_missing_pairs": 0, "subjects": 6, "gain": -0.0014585913741899, "ci_low": -0.0039625342083387, "ci_high": 0.0012755376551516, "positive_gain": "arm_better", "interval": "subject_block_1000_fixed_training_selection_exploratory"}, {"label": "谱混合 vs 匹配衰减", "dataset": "simultaneous_eeg_nirs", "prefix_steps": 40, "arm": "gamma_selected", "control": "gamma_attenuation", "metric": "Hb_nrmse", "planned_pairs": 120, "common_success_pairs": 120, "failed_or_missing_pairs": 0, "subjects": 5, "gain": -0.0030174827151679, "ci_low": -0.0101589696363367, "ci_high": 0.0087301454993277, "positive_gain": "arm_better", "interval": "subject_block_1000_fixed_training_selection_exploratory"}, {"label": "谱混合 vs 独立增益", "dataset": "simultaneous_eeg_nirs", "prefix_steps": 40, "arm": "gamma_selected", "control": "gain_selected", "metric": "Hb_nrmse", "planned_pairs": 120, "common_success_pairs": 120, "failed_or_missing_pairs": 0, "subjects": 5, "gain": -0.038638766746893, "ci_low": -0.0785111089322963, "ci_high": -0.0025987073481697, "positive_gain": "arm_better", "interval": "subject_block_1000_fixed_training_selection_exploratory"}, {"label": "独立增益 vs 匹配衰减", "dataset": "simultaneous_eeg_nirs", "prefix_steps": 40, "arm": "gain_selected", "control": "gamma_attenuation", "metric": "Hb_nrmse", "planned_pairs": 120, "common_success_pairs": 120, "failed_or_missing_pairs": 0, "subjects": 5, "gain": 0.0356212840317251, "ci_low": -0.0011882155565255, "ci_high": 0.0734869200529158, "positive_gain": "arm_better", "interval": "subject_block_1000_fixed_training_selection_exploratory"}, {"label": "稳定动力学 vs 独立增益", "dataset": "simultaneous_eeg_nirs", "prefix_steps": 40, "arm": "best_stable", "control": "gain_selected", "metric": "Hb_nrmse", "planned_pairs": 120, "common_success_pairs": 120, "failed_or_missing_pairs": 0, "subjects": 5, "gain": 0.0345526196292353, "ci_low": 0.005631693237666, "ci_high": 0.0608529616212741, "positive_gain": "arm_better", "interval": "subject_block_1000_fixed_training_selection_exploratory"}, {"label": "谱混合 vs 匹配衰减", "dataset": "visual_cognitive_motivation", "prefix_steps": 40, "arm": "gamma_selected", "control": "gamma_attenuation", "metric": "Hb_nrmse", "planned_pairs": 96, "common_success_pairs": 96, "failed_or_missing_pairs": 0, "subjects": 4, "gain": 0.0170220036755626, "ci_low": 0.0127486229487302, "ci_high": 0.0205460727025791, "positive_gain": "arm_better", "interval": "subject_block_1000_fixed_training_selection_exploratory"}, {"label": "谱混合 vs 独立增益", "dataset": "visual_cognitive_motivation", "prefix_steps": 40, "arm": "gamma_selected", "control": "gain_selected", "metric": "Hb_nrmse", "planned_pairs": 96, "common_success_pairs": 96, "failed_or_missing_pairs": 0, "subjects": 4, "gain": -0.0755238632816566, "ci_low": -0.1202715008838424, "ci_high": -0.0307762256794707, "positive_gain": "arm_better", "interval": "subject_block_1000_fixed_training_selection_exploratory"}, {"label": "独立增益 vs 匹配衰减", "dataset": "visual_cognitive_motivation", "prefix_steps": 40, "arm": "gain_selected", "control": "gamma_attenuation", "metric": "Hb_nrmse", "planned_pairs": 96, "common_success_pairs": 96, "failed_or_missing_pairs": 0, "subjects": 4, "gain": 0.0925458669572192, "ci_low": 0.0499202385632203, "ci_high": 0.1363792417631954, "positive_gain": "arm_better", "interval": "subject_block_1000_fixed_training_selection_exploratory"}, {"label": "稳定动力学 vs 独立增益", "dataset": "visual_cognitive_motivation", "prefix_steps": 40, "arm": "best_stable", "control": "gain_selected", "metric": "Hb_nrmse", "planned_pairs": 96, "common_success_pairs": 96, "failed_or_missing_pairs": 0, "subjects": 4, "gain": 0.0080302662543404, "ci_low": -0.0047031414551155, "ci_high": 0.0255640104266158, "positive_gain": "arm_better", "interval": "subject_block_1000_fixed_training_selection_exploratory"}]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证据：["calibration/*__*.json"]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图：/SSD_2/pid-mcm-implementation/docs/report/20261003_semantic_response_discovery_v1/figures/quant_03_parameter_selection_readable.png</a:t>
            </a:r>
          </a:p>
          <a:p>
            <a:r>
              <a:t>完整图注：9个数据集×区域单元中，6个选择gain=0；其余3个选择gain=0.5。热图是各参数候选的选择集NRMSE相对本行最小值，橙框标示冻结选择；0点前缀复用40点选择，未重新选择。</a:t>
            </a:r>
          </a:p>
          <a:p>
            <a:r>
              <a:t>统计：[{"dataset": "eeg_fnirs_single_trial", "region": "prefrontal", "parameter": "gamma", "selected": 1.0, "candidates": [{"gamma": 1.0, "score": 0.8663834758042865, "planned": 20, "successful": 20, "subjects": 5}, {"gamma": 0.5, "score": 0.8838359102755527, "planned": 20, "successful": 20, "subjects": 5}, {"gamma": -1.0, "score": 0.8843866725223481, "planned": 20, "successful": 20, "subjects": 5}, {"gamma": -0.5, "score": 0.9038651346024251, "planned": 20, "successful": 20, "subjects": 5}, {"gamma": 0.0, "score": 0.9076264280630969, "planned": 20, "successful": 20, "subjects": 5}]}, {"dataset": "eeg_fnirs_single_trial", "region": "motor", "parameter": "gamma", "selected": 1.0, "candidates": [{"gamma": 1.0, "score": 0.999554356407146, "planned": 20, "successful": 20, "subjects": 5}, {"gamma": -1.0, "score": 1.0233764027736214, "planned": 20, "successful": 20, "subjects": 5}, {"gamma": 0.5, "score": 1.0512773630730172, "planned": 20, "successful": 20, "subjects": 5}, {"gamma": -0.5, "score": 1.0688759438335707, "planned": 20, "successful": 20, "subjects": 5}, {"gamma": 0.0, "score": 1.091102324248206, "planned": 20, "successful": 20, "subjects": 5}]}, {"dataset": "eeg_fnirs_single_trial", "region": "posterior", "parameter": "gamma", "selected": -1.0, "candidates": [{"gamma": -1.0, "score": 0.8631868674177194, "planned": 20, "successful": 20, "subjects": 5}, {"gamma": 1.0, "score": 0.9140025091431176, "planned": 20, "successful": 20, "subjects": 5}, {"gamma": -0.5, "score": 0.9156924362348231, "planned": 20, "successful": 20, "subjects": 5}, {"gamma": 0.5, "score": 0.9463723439723424, "planned": 20, "successful": 20, "subjects": 5}, {"gamma": 0.0, "score": 0.9580695259248457, "planned": 20, "successful": 20, "subjects": 5}]}, {"dataset": "simultaneous_eeg_nirs", "region": "prefrontal", "parameter": "gamma", "selected": 1.0, "candidates": [{"gamma": 1.0, "score": 0.978708715200927, "planned": 16, "successful": 16, "subjects": 4}, {"gamma": 0.5, "score": 1.037744968873966, "planned": 16, "successful": 16, "subjects": 4}, {"gamma": -1.0, "score": 1.0710412844014194, "planned": 16, "successful": 16, "subjects": 4}, {"gamma": 0.0, "score": 1.094431154171124, "planned": 16, "successful": 16, "subjects": 4}, {"gamma": -0.5, "score": 1.0987724457781485, "planned": 16, "successful": 16, "subjects": 4}]}, {"dataset": "simultaneous_eeg_nirs", "region": "motor", "parameter": "gamma", "selected": 1.0, "candidates": [{"gamma": 1.0, "score": 0.833274040492006, "planned": 16, "successful": 16, "subjects": 4}, {"gamma": -1.0, "score": 0.8594493781711825, "planned": 16, "successful": 16, "subjects": 4}, {"gamma": 0.5, "score": 0.8812964328928404, "planned": 16, "successful": 16, "subjects": 4}, {"gamma": -0.5, "score": 0.8979644591363563, "planned": 16, "successful": 16, "subjects": 4}, {"gamma": 0.0, "score": 0.9155086547598643, "planned": 16, "successful": 16, "subjects": 4}]}, {"dataset": "simultaneous_eeg_nirs", "region": "posterior", "parameter": "gamma", "selected": -1.0, "candidates": [{"gamma": -1.0, "score": 0.9120190060199707, "planned": 16, "successful": 16, "subjects": 4}, {"gamma": 1.0, "score": 0.9214259175193041, "planned": 16, "successful": 16, "subjects": 4}, {"gamma": -0.5, "score": 0.9458108877265362, "planned": 16, "successful": 16, "subjects": 4}, {"gamma": 0.5, "score": 0.9526186330954229, "planned": 16, "successful": 16, "subjects": 4}, {"gamma": 0.0, "score": 0.9686982821810207, "planned": 16, "successful": 16, "subjects": 4}]}, {"dataset": "visual_cognitive_motivation", "region": "prefrontal", "parameter": "gamma", "selected": 1.0, "candidates": [{"gamma": 1.0, "score": 0.5876354984255285, "planned": 12, "successful": 12, "subjects": 3}, {"gamma": -1.0, "score": 0.5890581455133217, "planned": 12, "successful": 12, "subjects": 3}, {"gamma": 0.5, "score": 0.5976285534180715, "planned": 12, "successful": 12, "subjects": 3}, {"gamma": -0.5, "score": 0.6016744343317563, "planned": 12, "successful": 12, "subjects": 3}, {"gamma": 0.0, "score": 0.6074221095869515, "planned": 12, "successful": 12, "subjects": 3}]}, {"dataset": "visual_cognitive_motivation", "region": "motor", "parameter": "gamma", "selected": 1.0, "candidates": [{"gamma": 1.0, "score": 0.41040240739957684, "planned": 12, "successful": 12, "subjects": 3}, {"gamma": 0.5, "score": 0.41889952465820074, "planned": 12, "successful": 12, "subjects": 3}, {"gamma": -1.0, "score": 0.43741740525052225, "planned": 12, "successful": 12, "subjects": 3}, {"gamma": 0.0, "score": 0.4432676697568331, "planned": 12, "successful": 12, "subjects": 3}, {"gamma": -0.5, "score": 0.44823131452275883, "planned": 12, "successful": 12, "subjects": 3}]}, {"dataset": "visual_cognitive_motivation", "region": "posterior", "parameter": "gamma", "selected": 1.0, "candidates": [{"gamma": 1.0, "score": 0.3719617850229333, "planned": 12, "successful": 12, "subjects": 3}, {"gamma": 0.5, "score": 0.40617436042647226, "planned": 12, "successful": 12, "subjects": 3}, {"gamma": -1.0, "score": 0.4141722258890838, "planned": 12, "successful": 12, "subjects": 3}, {"gamma": -0.5, "score": 0.4335616633651685, "planned": 12, "successful": 12, "subjects": 3}, {"gamma": 0.0, "score": 0.43597103132133164, "planned": 12, "successful": 12, "subjects": 3}]}, {"dataset": "eeg_fnirs_single_trial", "region": "prefrontal", "parameter": "gain", "selected": 0.5, "candidates": [{"gain": 0.5, "score": 0.8499661159125536, "planned": 20, "successful": 20, "subjects": 5}, {"gain": 0.0, "score": 0.8573902964557932, "planned": 20, "successful": 20, "subjects": 5}, {"gain": 0.7071067811865475, "score": 0.8658172723006201, "planned": 20, "successful": 20, "subjects": 5}, {"gain": 0.8944271909999159, "score": 0.8903786267206726, "planned": 20, "successful": 20, "subjects": 5}, {"gain": 1.0, "score": 0.9076264280630969, "planned": 20, "successful": 20, "subjects": 5}]}, {"dataset": "eeg_fnirs_single_trial", "region": "motor", "parameter": "gain", "selected": 0.0, "candidates": [{"gain": 0.0, "score": 0.9470218653031743, "planned": 20, "successful": 20, "subjects": 5}, {"gain": 0.5, "score": 0.9560508612982485, "planned": 20, "successful": 20, "subjects": 5}, {"gain": 0.7071067811865475, "score": 1.0015117537430076, "planned": 20, "successful": 20, "subjects": 5}, {"gain": 0.8944271909999159, "score": 1.056351639968444, "planned": 20, "successful": 20, "subjects": 5}, {"gain": 1.0, "score": 1.091102324248206, "planned": 20, "successful": 20, "subjects": 5}]}, {"dataset": "eeg_fnirs_single_trial", "region": "posterior", "parameter": "gain", "selected": 0.0, "candidates": [{"gain": 0.0, "score": 0.779019671950736, "planned": 20, "successful": 20, "subjects": 5}, {"gain": 0.5, "score": 0.8313003479104915, "planned": 20, "successful": 20, "subjects": 5}, {"gain": 0.7071067811865475, "score": 0.8760614227553798, "planned": 20, "successful": 20, "subjects": 5}, {"gain": 0.8944271909999159, "score": 0.9264741824912045, "planned": 20, "successful": 20, "subjects": 5}, {"gain": 1.0, "score": 0.9580695259248457, "planned": 20, "successful": 20, "subjects": 5}]}, {"dataset": "simultaneous_eeg_nirs", "region": "prefrontal", "parameter": "gain", "selected": 0.0, "candidates": [{"gain": 0.0, "score": 0.8722739642933766, "planned": 16, "successful": 16, "subjects": 4}, {"gain": 0.5, "score": 0.9690778954730404, "planned": 16, "successful": 16, "subjects": 4}, {"gain": 0.7071067811865475, "score": 1.0173904901487627, "planned": 16, "successful": 16, "subjects": 4}, {"gain": 0.8944271909999159, "score": 1.0654524189330306, "planned": 16, "successful": 16, "subjects": 4}, {"gain": 1.0, "score": 1.094431154171124, "planned": 16, "successful": 16, "subjects": 4}]}, {"dataset": "simultaneous_eeg_nirs", "region": "motor", "parameter": "gain", "selected": 0.0, "candidates": [{"gain": 0.0, "score": 0.7609782731267231, "planned": 16, "successful": 16, "subjects": 4}, {"gain": 0.5, "score": 0.7913667358833623, "planned": 16, "successful": 16, "subjects": 4}, {"gain": 0.7071067811865475, "score": 0.8388545127312408, "planned": 16, "successful": 16, "subjects": 4}, {"gain": 0.8944271909999159, "score": 0.886715179168621, "planned": 16, "successful": 16, "subjects": 4}, {"gain": 1.0, "score": 0.9155086547598643, "planned": 16, "successful": 16, "subjects": 4}]}, {"dataset": "simultaneous_eeg_nirs", "region": "posterior", "parameter": "gain", "selected": 0.0, "candidates": [{"gain": 0.0, "score": 0.8090399354226765, "planned": 16, "successful": 16, "subjects": 4}, {"gain": 0.5, "score": 0.8611344501654203, "planned": 16, "successful": 16, "subjects": 4}, {"gain": 0.7071067811865475, "score": 0.9011679349644459, "planned": 16, "successful": 16, "subjects": 4}, {"gain": 0.8944271909999159, "score": 0.9431238441766763, "planned": 16, "successful": 16, "subjects": 4}, {"gain": 1.0, "score": 0.9686982821810207, "planned": 16, "successful": 16, "subjects": 4}]}, {"dataset": "visual_cognitive_motivation", "region": "prefrontal", "parameter": "gain", "selected": 0.5, "candidates": [{"gain": 0.5, "score": 0.5729107347264638, "planned": 12, "successful": 12, "subjects": 3}, {"gain": 0.0, "score": 0.5734822701613268, "planned": 12, "successful": 12, "subjects": 3}, {"gain": 0.7071067811865475, "score": 0.5836961325009576, "planned": 12, "successful": 12, "subjects": 3}, {"gain": 0.8944271909999159, "score": 0.5979826330470092, "planned": 12, "successful": 12, "subjects": 3}, {"gain": 1.0, "score": 0.6074221095869515, "planned": 12, "successful": 12, "subjects": 3}]}, {"dataset": "visual_cognitive_motivation", "region": "motor", "parameter": "gain", "selected": 0.5, "candidates": [{"gain": 0.5, "score": 0.39061256311195897, "planned": 12, "successful": 12, "subjects": 3}, {"gain": 0.0, "score": 0.4039249214495468, "planned": 12, "successful": 12, "subjects": 3}, {"gain": 0.7071067811865475, "score": 0.40619692365135157, "planned": 12, "successful": 12, "subjects": 3}, {"gain": 0.8944271909999159, "score": 0.42856025341119736, "planned": 12, "successful": 12, "subjects": 3}, {"gain": 1.0, "score": 0.4432676697568331, "planned": 12, "successful": 12, "subjects": 3}]}, {"dataset": "visual_cognitive_motivation", "region": "posterior", "parameter": "gain", "selected": 0.0, "candidates": [{"gain": 0.0, "score": 0.2718607462251304, "planned": 12, "successful": 12, "subjects": 3}, {"gain": 0.5, "score": 0.33984371510562456, "planned": 12, "successful": 12, "subjects": 3}, {"gain": 0.7071067811865475, "score": 0.3778524816473716, "planned": 12, "successful": 12, "subjects": 3}, {"gain": 0.8944271909999159, "score": 0.4145455065078551, "planned": 12, "successful": 12, "subjects": 3}, {"gain": 1.0, "score": 0.43597103132133164, "planned": 12, "successful": 12, "subjects": 3}]}, {"dataset": "eeg_fnirs_single_trial", "region": "prefrontal", "parameter": "tau_n", "selected": 0.0, "candidates": [{"tau_n": 0.0, "score": 0.8499661159125536, "planned": 20, "successful": 20, "subjects": 5}, {"tau_n": 0.5, "score": 0.8520801366933666, "planned": 20, "successful": 20, "subjects": 5}, {"tau_n": 1.0, "score": 0.8574671334546066, "planned": 20, "successful": 20, "subjects": 5}, {"tau_n": 2.0, "score": 0.869059528558871, "planned": 20, "successful": 20, "subjects": 5}]}, {"dataset": "eeg_fnirs_single_trial", "region": "motor", "parameter": "tau_n", "selected": 0.0, "candidates": [{"tau_n": 0.0, "score": 0.9470218653031743, "planned": 20, "successful": 20, "subjects": 5}, {"tau_n": 0.5, "score": 0.9470218653031747, "planned": 20, "successful": 20, "subjects": 5}, {"tau_n": 1.0, "score": 0.9470218653031747, "planned": 20, "successful": 20, "subjects": 5}, {"tau_n": 2.0, "score": 0.9470218653031747, "planned": 20, "successful": 20, "subjects": 5}]}, {"dataset": "eeg_fnirs_single_trial", "region": "posterior", "parameter": "tau_n", "selected": 0.0, "candidates": [{"tau_n": 0.0, "score": 0.779019671950736, "planned": 20, "successful": 20, "subjects": 5}, {"tau_n": 0.5, "score": 0.7790196719507363, "planned": 20, "successful": 20, "subjects": 5}, {"tau_n": 1.0, "score": 0.7790196719507363, "planned": 20, "successful": 20, "subjects": 5}, {"tau_n": 2.0, "score": 0.7790196719507363, "planned": 20, "successful": 20, "subjects": 5}]}, {"dataset": "simultaneous_eeg_nirs", "region": "prefrontal", "parameter": "tau_n", "selected": 0.5, "candidates": [{"tau_n": 0.5, "score": 0.8722739642933757, "planned": 16, "successful": 16, "subjects": 4}, {"tau_n": 1.0, "score": 0.8722739642933757, "planned": 16, "successful": 16, "subjects": 4}, {"tau_n": 2.0, "score": 0.8722739642933757, "planned": 16, "successful": 16, "subjects": 4}, {"tau_n": 0.0, "score": 0.8722739642933766, "planned": 16, "successful": 16, "subjects": 4}]}, {"dataset": "simultaneous_eeg_nirs", "region": "motor", "parameter": "tau_n", "selected": 0.5, "candidates": [{"tau_n": 0.5, "score": 0.7609782731267228, "planned": 16, "successful": 16, "subjects": 4}, {"tau_n": 1.0, "score": 0.7609782731267228, "planned": 16, "successful": 16, "subjects": 4}, {"tau_n": 2.0, "score": 0.7609782731267228, "planned": 16, "successful": 16, "subjects": 4}, {"tau_n": 0.0, "score": 0.7609782731267231, "planned": 16, "successful": 16, "subjects": 4}]}, {"dataset": "simultaneous_eeg_nirs", "region": "posterior", "parameter": "tau_n", "selected": 0.0, "candidates": [{"tau_n": 0.0, "score": 0.8090399354226765, "planned": 16, "successful": 16, "subjects": 4}, {"tau_n": 0.5, "score": 0.8090399354226765, "planned": 16, "successful": 16, "subjects": 4}, {"tau_n": 1.0, "score": 0.8090399354226765, "planned": 16, "successful": 16, "subjects": 4}, {"tau_n": 2.0, "score": 0.8090399354226765, "planned": 16, "successful": 16, "subjects": 4}]}, {"dataset": "visual_cognitive_motivation", "region": "prefrontal", "parameter": "tau_n", "selected": 0.0, "candidates": [{"tau_n": 0.0, "score": 0.5729107347264638, "planned": 12, "successful": 12, "subjects": 3}, {"tau_n": 0.5, "score": 0.5809109864975839, "planned": 12, "successful": 12, "subjects": 3}, {"tau_n": 1.0, "score": 0.5862227684068924, "planned": 12, "successful": 12, "subjects": 3}, {"tau_n": 2.0, "score": 0.5904098914281103, "planned": 12, "successful": 12, "subjects": 3}]}, {"dataset": "visual_cognitive_motivation", "region": "motor", "parameter": "tau_n", "selected": 0.5, "candidates": [{"tau_n": 0.5, "score": 0.38788648710444384, "planned": 12, "successful": 12, "subjects": 3}, {"tau_n": 1.0, "score": 0.3879609369909356, "planned": 12, "successful": 12, "subjects": 3}, {"tau_n": 2.0, "score": 0.3899822347430089, "planned": 12, "successful": 12, "subjects": 3}, {"tau_n": 0.0, "score": 0.39061256311195897, "planned": 12, "successful": 12, "subjects": 3}]}, {"dataset": "visual_cognitive_motivation", "region": "posterior", "parameter": "tau_n", "selected": 0.0, "candidates": [{"tau_n": 0.0, "score": 0.2718607462251304, "planned": 12, "successful": 12, "subjects": 3}, {"tau_n": 0.5, "score": 0.2718607462251304, "planned": 12, "successful": 12, "subjects": 3}, {"tau_n": 1.0, "score": 0.2718607462251304, "planned": 12, "successful": 12, "subjects": 3}, {"tau_n": 2.0, "score": 0.2718607462251304, "planned": 12, "successful": 12, "subjects": 3}]}, {"dataset": "eeg_fnirs_single_trial", "region": "prefrontal", "parameter": "tau_v", "selected": 0.0, "candidates": [{"tau_v": 0.0, "score": 0.8499661159125536, "planned": 20, "successful": 20, "subjects": 5}, {"tau_v": 1.0, "score": 0.8514750610707523, "planned": 20, "successful": 20, "subjects": 5}, {"tau_v": 3.0, "score": 0.8597768972338752, "planned": 20, "successful": 20, "subjects": 5}, {"tau_v": 6.0, "score": 0.8746453397506627, "planned": 20, "successful": 20, "subjects": 5}]}, {"dataset": "eeg_fnirs_single_trial", "region": "motor", "parameter": "tau_v", "selected": 3.0, "candidates": [{"tau_v": 3.0, "score": 0.9435606746550806, "planned": 20, "successful": 20, "subjects": 5}, {"tau_v": 1.0, "score": 0.9449450482243982, "planned": 20, "successful": 20, "subjects": 5}, {"tau_v": 6.0, "score": 0.9454929997386305, "planned": 20, "successful": 20, "subjects": 5}, {"tau_v": 0.0, "score": 0.9470218653031743, "planned": 20, "successful": 20, "subjects": 5}]}, {"dataset": "eeg_fnirs_single_trial", "region": "posterior", "parameter": "tau_v", "selected": 0.0, "candidates": [{"tau_v": 0.0, "score": 0.779019671950736, "planned": 20, "successful": 20, "subjects": 5}, {"tau_v": 6.0, "score": 0.7801535445989456, "planned": 20, "successful": 20, "subjects": 5}, {"tau_v": 3.0, "score": 0.7817165302226321, "planned": 20, "successful": 20, "subjects": 5}, {"tau_v": 1.0, "score": 0.7819905861568279, "planned": 20, "successful": 20, "subjects": 5}]}, {"dataset": "simultaneous_eeg_nirs", "region": "prefrontal", "parameter": "tau_v", "selected": 3.0, "candidates": [{"tau_v": 3.0, "score": 0.8540914697486646, "planned": 16, "successful": 16, "subjects": 4}, {"tau_v": 6.0, "score": 0.8603319677250936, "planned": 16, "successful": 16, "subjects": 4}, {"tau_v": 1.0, "score": 0.8651411030216005, "planned": 16, "successful": 16, "subjects": 4}, {"tau_v": 0.0, "score": 0.8722739642933766, "planned": 16, "successful": 16, "subjects": 4}]}, {"dataset": "simultaneous_eeg_nirs", "region": "motor", "parameter": "tau_v", "selected": 6.0, "candidates": [{"tau_v": 6.0, "score": 0.730375080402372, "planned": 16, "successful": 16, "subjects": 4}, {"tau_v": 3.0, "score": 0.7437111415602438, "planned": 16, "successful": 16, "subjects": 4}, {"tau_v": 1.0, "score": 0.7561173477778773, "planned": 16, "successful": 16, "subjects": 4}, {"tau_v": 0.0, "score": 0.7609782731267231, "planned": 16, "successful": 16, "subjects": 4}]}, {"dataset": "simultaneous_eeg_nirs", "region": "posterior", "parameter": "tau_v", "selected": 6.0, "candidates": [{"tau_v": 6.0, "score": 0.7743285705598721, "planned": 16, "successful": 16, "subjects": 4}, {"tau_v": 3.0, "score": 0.794284846796423, "planned": 16, "successful": 16, "subjects": 4}, {"tau_v": 1.0, "score": 0.805376661148663, "planned": 16, "successful": 16, "subjects": 4}, {"tau_v": 0.0, "score": 0.8090399354226765, "planned": 16, "successful": 16, "subjects": 4}]}, {"dataset": "visual_cognitive_motivation", "region": "prefrontal", "parameter": "tau_v", "selected": 3.0, "candidates": [{"tau_v": 3.0, "score": 0.5607299020290868, "planned": 12, "successful": 12, "subjects": 3}, {"tau_v": 1.0, "score": 0.5635928360549642, "planned": 12, "successful": 12, "subjects": 3}, {"tau_v": 6.0, "score": 0.5688968787778855, "planned": 12, "successful": 12, "subjects": 3}, {"tau_v": 0.0, "score": 0.5729107347264638, "planned": 12, "successful": 12, "subjects": 3}]}, {"dataset": "visual_cognitive_motivation", "region": "motor", "parameter": "tau_v", "selected": 1.0, "candidates": [{"tau_v": 1.0, "score": 0.38973162600673467, "planned": 12, "successful": 12, "subjects": 3}, {"tau_v": 0.0, "score": 0.39061256311195897, "planned": 12, "successful": 12, "subjects": 3}, {"tau_v": 3.0, "score": 0.3909045157418969, "planned": 12, "successful": 12, "subjects": 3}, {"tau_v": 6.0, "score": 0.3931607871847087, "planned": 12, "successful": 12, "subjects": 3}]}, {"dataset": "visual_cognitive_motivation", "region": "posterior", "parameter": "tau_v", "selected": 0.0, "candidates": [{"tau_v": 0.0, "score": 0.2718607462251304, "planned": 12, "successful": 12, "subjects": 3}, {"tau_v": 1.0, "score": 0.27260038750747234, "planned": 12, "successful": 12, "subjects": 3}, {"tau_v": 6.0, "score": 0.2731694622297211, "planned": 12, "successful": 12, "subjects": 3}, {"tau_v": 3.0, "score": 0.2733038179202841, "planned": 12, "successful": 12, "subjects": 3}]}]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证据：["measured_summary.csv"]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图：/SSD_2/pid-mcm-implementation/docs/report/20261003_semantic_response_discovery_v1/figures/quant_04_prefix_zero_vs_forty.png</a:t>
            </a:r>
          </a:p>
          <a:p>
            <a:r>
              <a:t>完整图注：0点前缀完全排除目标Hb输入；40点前缀提供10s可见历史，评价仍在20–30s。两种前缀使用同一冻结超参数。图为被试等权后再数据集等权的边际分数，不能当作有区间的配对增益。</a:t>
            </a:r>
          </a:p>
          <a:p>
            <a:r>
              <a:t>统计：[{"arm": "broad_a", "metric": "Hb_nrmse", "prefix_0": 1.282969447355147, "prefix_40": 1.163736799773589}, {"arm": "gamma_selected", "metric": "Hb_nrmse", "prefix_0": 1.2328145400062027, "prefix_40": 1.1024284519071406}, {"arm": "gamma_attenuation", "metric": "Hb_nrmse", "prefix_0": 1.234163423553529, "prefix_40": 1.1059714088523602}, {"arm": "gain_selected", "metric": "Hb_nrmse", "prefix_0": 1.1921372313641383, "prefix_40": 1.0457373675056425}, {"arm": "best_stable", "metric": "Hb_nrmse", "prefix_0": 1.1921271394558908, "prefix_40": 1.0320292693358473}, {"arm": "own_Hb_prefix_ridge", "metric": "Hb_nrmse", "prefix_0": 1.1972233245031985, "prefix_40": 0.8538904379309403}, {"arm": "spatial_Hb_ridge", "metric": "Hb_nrmse", "prefix_0": 1.1791692151200657, "prefix_40": 0.8701648977923333}, {"arm": "spatial_Hb_local_EEG_ridge", "metric": "Hb_nrmse", "prefix_0": 1.2048407894175546, "prefix_40": 0.8818657410321765}, {"arm": "broad_a", "metric": "Gaussian_CRPS_normalized", "prefix_0": 0.8827993953830456, "prefix_40": 0.8001466571368646}, {"arm": "gamma_selected", "metric": "Gaussian_CRPS_normalized", "prefix_0": 0.8556257326025346, "prefix_40": 0.7626477128034305}, {"arm": "gamma_attenuation", "metric": "Gaussian_CRPS_normalized", "prefix_0": 0.8564254262429714, "prefix_40": 0.7654088274508034}, {"arm": "gain_selected", "metric": "Gaussian_CRPS_normalized", "prefix_0": 0.8345859771155735, "prefix_40": 0.7316896790227932}, {"arm": "best_stable", "metric": "Gaussian_CRPS_normalized", "prefix_0": 0.8344540767657941, "prefix_40": 0.7256825150691185}, {"arm": "own_Hb_prefix_ridge", "metric": "Gaussian_CRPS_normalized", "prefix_0": 0.8357767147361986, "prefix_40": 0.5818291701063788}, {"arm": "spatial_Hb_ridge", "metric": "Gaussian_CRPS_normalized", "prefix_0": 0.837640994561164, "prefix_40": 0.6035932702952408}, {"arm": "spatial_Hb_local_EEG_ridge", "metric": "Gaussian_CRPS_normalized", "prefix_0": 0.8497172573122297, "prefix_40": 0.6095116372412078}]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证据：["dataset_equal_comparisons.csv"]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图：/SSD_2/pid-mcm-implementation/docs/report/20261003_semantic_response_discovery_v1/figures/quant_05_spatial_conditional_increment.png</a:t>
            </a:r>
          </a:p>
          <a:p>
            <a:r>
              <a:t>完整图注：40点前缀下，其他区域Hb加入局部EEG后的NRMSE增益为-0.01170，区间[-0.01514, -0.00814]为负；滤波EEG及训练配对置换对照同样未提供可晋级的稳定增量。</a:t>
            </a:r>
          </a:p>
          <a:p>
            <a:r>
              <a:t>统计：[{"label": "局部EEG | 其他Hb", "prefix_steps": 40, "arm": "spatial_Hb_local_EEG_ridge", "control": "spatial_Hb_ridge", "metric": "Hb_nrmse", "planned_pairs": 360, "common_success_pairs": 360, "failed_or_missing_pairs": 0, "subjects": 15, "datasets": 3, "gain": -0.0117008432398431, "ci_low": -0.0151389661863135, "ci_high": -0.0081375695814388, "positive_gain": "arm_better", "interval": "dataset_equal_subject_block_1000_fixed_objects_exploratory"}, {"label": "滤波EEG | 其他Hb", "prefix_steps": 40, "arm": "spatial_Hb_filterbank_EEG_ridge", "control": "spatial_Hb_ridge", "metric": "Hb_nrmse", "planned_pairs": 360, "common_success_pairs": 360, "failed_or_missing_pairs": 0, "subjects": 15, "datasets": 3, "gain": -0.2225036582240584, "ci_low": -0.2970112933774069, "ci_high": -0.1651081228711187, "positive_gain": "arm_better", "interval": "dataset_equal_subject_block_1000_fixed_objects_exploratory"}, {"label": "真实EEG vs 训练置换", "prefix_steps": 40, "arm": "spatial_Hb_filterbank_EEG_ridge", "control": "spatial_filterbank_train_permutation", "metric": "Hb_nrmse", "planned_pairs": 360, "common_success_pairs": 360, "failed_or_missing_pairs": 0, "subjects": 15, "datasets": 3, "gain": -0.0071198779045916, "ci_low": -0.0396404224957428, "ci_high": 0.0259418535257223, "positive_gain": "arm_better", "interval": "dataset_equal_subject_block_1000_fixed_objects_exploratory"}, {"label": "局部EEG | 其他Hb", "prefix_steps": 0, "arm": "spatial_Hb_local_EEG_ridge", "control": "spatial_Hb_ridge", "metric": "Hb_nrmse", "planned_pairs": 360, "common_success_pairs": 360, "failed_or_missing_pairs": 0, "subjects": 15, "datasets": 3, "gain": -0.0256715742974886, "ci_low": -0.0319268341846289, "ci_high": -0.0186159723876099, "positive_gain": "arm_better", "interval": "dataset_equal_subject_block_1000_fixed_objects_exploratory"}, {"label": "滤波EEG | 其他Hb", "prefix_steps": 0, "arm": "spatial_Hb_filterbank_EEG_ridge", "control": "spatial_Hb_ridge", "metric": "Hb_nrmse", "planned_pairs": 360, "common_success_pairs": 360, "failed_or_missing_pairs": 0, "subjects": 15, "datasets": 3, "gain": -0.1065053282494607, "ci_low": -0.1455925793305548, "ci_high": -0.0686311628365547, "positive_gain": "arm_better", "interval": "dataset_equal_subject_block_1000_fixed_objects_exploratory"}, {"label": "真实EEG vs 训练置换", "prefix_steps": 0, "arm": "spatial_Hb_filterbank_EEG_ridge", "control": "spatial_filterbank_train_permutation", "metric": "Hb_nrmse", "planned_pairs": 360, "common_success_pairs": 360, "failed_or_missing_pairs": 0, "subjects": 15, "datasets": 3, "gain": -0.00475627968871, "ci_low": -0.0469638988546331, "ci_high": 0.040685329219477, "positive_gain": "arm_better", "interval": "dataset_equal_subject_block_1000_fixed_objects_exploratory"}, {"label": "局部EEG | 其他Hb", "prefix_steps": 40, "arm": "spatial_Hb_local_EEG_ridge", "control": "spatial_Hb_ridge", "metric": "Gaussian_CRPS_normalized", "planned_pairs": 360, "common_success_pairs": 360, "failed_or_missing_pairs": 0, "subjects": 15, "datasets": 3, "gain": -0.0059183669459669, "ci_low": -0.0087764276116704, "ci_high": -0.0029699605465164, "positive_gain": "arm_better", "interval": "dataset_equal_subject_block_1000_fixed_objects_exploratory"}, {"label": "滤波EEG | 其他Hb", "prefix_steps": 40, "arm": "spatial_Hb_filterbank_EEG_ridge", "control": "spatial_Hb_ridge", "metric": "Gaussian_CRPS_normalized", "planned_pairs": 360, "common_success_pairs": 360, "failed_or_missing_pairs": 0, "subjects": 15, "datasets": 3, "gain": -0.1552958166037688, "ci_low": -0.2262764356391171, "ci_high": -0.1052727259130039, "positive_gain": "arm_better", "interval": "dataset_equal_subject_block_1000_fixed_objects_exploratory"}, {"label": "真实EEG vs 训练置换", "prefix_steps": 40, "arm": "spatial_Hb_filterbank_EEG_ridge", "control": "spatial_filterbank_train_permutation", "metric": "Gaussian_CRPS_normalized", "planned_pairs": 360, "common_success_pairs": 360, "failed_or_missing_pairs": 0, "subjects": 15, "datasets": 3, "gain": -0.0020134732191457, "ci_low": -0.0223337727048155, "ci_high": 0.0187949368105463, "positive_gain": "arm_better", "interval": "dataset_equal_subject_block_1000_fixed_objects_exploratory"}, {"label": "局部EEG | 其他Hb", "prefix_steps": 0, "arm": "spatial_Hb_local_EEG_ridge", "control": "spatial_Hb_ridge", "metric": "Gaussian_CRPS_normalized", "planned_pairs": 360, "common_success_pairs": 360, "failed_or_missing_pairs": 0, "subjects": 15, "datasets": 3, "gain": -0.0120762627510657, "ci_low": -0.0173000564564619, "ci_high": -0.0066437359966854, "positive_gain": "arm_better", "interval": "dataset_equal_subject_block_1000_fixed_objects_exploratory"}, {"label": "滤波EEG | 其他Hb", "prefix_steps": 0, "arm": "spatial_Hb_filterbank_EEG_ridge", "control": "spatial_Hb_ridge", "metric": "Gaussian_CRPS_normalized", "planned_pairs": 360, "common_success_pairs": 360, "failed_or_missing_pairs": 0, "subjects": 15, "datasets": 3, "gain": -0.0606491890790777, "ci_low": -0.0883004804922202, "ci_high": -0.0331217679093295, "positive_gain": "arm_better", "interval": "dataset_equal_subject_block_1000_fixed_objects_exploratory"}, {"label": "真实EEG vs 训练置换", "prefix_steps": 0, "arm": "spatial_Hb_filterbank_EEG_ridge", "control": "spatial_filterbank_train_permutation", "metric": "Gaussian_CRPS_normalized", "planned_pairs": 360, "common_success_pairs": 360, "failed_or_missing_pairs": 0, "subjects": 15, "datasets": 3, "gain": -0.0027753554899375, "ci_low": -0.0307343218622377, "ci_high": 0.0283760972677968, "positive_gain": "arm_better", "interval": "dataset_equal_subject_block_1000_fixed_objects_exploratory"}]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证据：["primary_null_specificity.csv"]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图：/SSD_2/pid-mcm-implementation/docs/report/20261003_semantic_response_discovery_v1/figures/quant_06_nine_nulls_holm.png</a:t>
            </a:r>
          </a:p>
          <a:p>
            <a:r>
              <a:t>完整图注：九项检验全部具有360/360公共成功配对、15个被试，Holm校正后0/9通过。最小原始p=0.17816；检验条件于固定训练与选择对象，结论仍为探索性。</a:t>
            </a:r>
          </a:p>
          <a:p>
            <a:r>
              <a:t>统计：[{"arm": "gamma_selected", "null_pairing": "wrong_training_subject", "real_pairing": "real", "prefix_steps": 40, "metric": "Hb_nrmse", "planned_pairs": 360, "expected_pairs": 360, "common_success_pairs": 360, "failed_or_missing_pairs": 0, "subjects": 15, "subjects_by_dataset": "{'eeg_fnirs_single_trial': 6, 'simultaneous_eeg_nirs': 5, 'visual_cognitive_motivation': 4}", "dataset_equal_gain": -0.0072230200279945, "positive_gain": "real_better_null_minus_real", "p_one_sided_sign_flip": 0.655548095703125, "sign_patterns": 32768, "pass_eligible": true, "eligibility_reason": null, "family": "prefix40_three_arms_times_three_pairings_nine_tests", "inference": "exact_subject_sign_flip_under_symmetric_difference_null_conditional_fixed_training_selection_exploratory", "p_Holm_nine": 1.0, "null_specificity_pass": false}, {"arm": "gamma_selected", "null_pairing": "nonwrapping_shift_12s", "real_pairing": "real_shift_support", "prefix_steps": 40, "metric": "Hb_nrmse", "planned_pairs": 360, "expected_pairs": 360, "common_success_pairs": 360, "failed_or_missing_pairs": 0, "subjects": 15, "subjects_by_dataset": "{'eeg_fnirs_single_trial': 6, 'simultaneous_eeg_nirs': 5, 'visual_cognitive_motivation': 4}", "dataset_equal_gain": -0.034522865927191, "positive_gain": "real_better_null_minus_real", "p_one_sided_sign_flip": 0.94720458984375, "sign_patterns": 32768, "pass_eligible": true, "eligibility_reason": null, "family": "prefix40_three_arms_times_three_pairings_nine_tests", "inference": "exact_subject_sign_flip_under_symmetric_difference_null_conditional_fixed_training_selection_exploratory", "p_Holm_nine": 1.0, "null_specificity_pass": false}, {"arm": "gamma_selected", "null_pairing": "other_region_EEG", "real_pairing": "real", "prefix_steps": 40, "metric": "Hb_nrmse", "planned_pairs": 360, "expected_pairs": 360, "common_success_pairs": 360, "failed_or_missing_pairs": 0, "subjects": 15, "subjects_by_dataset": "{'eeg_fnirs_single_trial': 6, 'simultaneous_eeg_nirs': 5, 'visual_cognitive_motivation': 4}", "dataset_equal_gain": 0.0049543031261826, "positive_gain": "real_better_null_minus_real", "p_one_sided_sign_flip": 0.17816162109375, "sign_patterns": 32768, "pass_eligible": true, "eligibility_reason": null, "family": "prefix40_three_arms_times_three_pairings_nine_tests", "inference": "exact_subject_sign_flip_under_symmetric_difference_null_conditional_fixed_training_selection_exploratory", "p_Holm_nine": 1.0, "null_specificity_pass": false}, {"arm": "gain_selected", "null_pairing": "wrong_training_subject", "real_pairing": "real", "prefix_steps": 40, "metric": "Hb_nrmse", "planned_pairs": 360, "expected_pairs": 360, "common_success_pairs": 360, "failed_or_missing_pairs": 0, "subjects": 15, "subjects_by_dataset": "{'eeg_fnirs_single_trial': 6, 'simultaneous_eeg_nirs': 5, 'visual_cognitive_motivation': 4}", "dataset_equal_gain": -0.0093105757032514, "positive_gain": "real_better_null_minus_real", "p_one_sided_sign_flip": 0.7529296875, "sign_patterns": 32768, "pass_eligible": true, "eligibility_reason": null, "family": "prefix40_three_arms_times_three_pairings_nine_tests", "inference": "exact_subject_sign_flip_under_symmetric_difference_null_conditional_fixed_training_selection_exploratory", "p_Holm_nine": 1.0, "null_specificity_pass": false}, {"arm": "gain_selected", "null_pairing": "nonwrapping_shift_12s", "real_pairing": "real_shift_support", "prefix_steps": 40, "metric": "Hb_nrmse", "planned_pairs": 360, "expected_pairs": 360, "common_success_pairs": 360, "failed_or_missing_pairs": 0, "subjects": 15, "subjects_by_dataset": "{'eeg_fnirs_single_trial': 6, 'simultaneous_eeg_nirs': 5, 'visual_cognitive_motivation': 4}", "dataset_equal_gain": -0.0115394989750739, "positive_gain": "real_better_null_minus_real", "p_one_sided_sign_flip": 0.6923828125, "sign_patterns": 32768, "pass_eligible": true, "eligibility_reason": null, "family": "prefix40_three_arms_times_three_pairings_nine_tests", "inference": "exact_subject_sign_flip_under_symmetric_difference_null_conditional_fixed_training_selection_exploratory", "p_Holm_nine": 1.0, "null_specificity_pass": false}, {"arm": "gain_selected", "null_pairing": "other_region_EEG", "real_pairing": "real", "prefix_steps": 40, "metric": "Hb_nrmse", "planned_pairs": 360, "expected_pairs": 360, "common_success_pairs": 360, "failed_or_missing_pairs": 0, "subjects": 15, "subjects_by_dataset": "{'eeg_fnirs_single_trial': 6, 'simultaneous_eeg_nirs': 5, 'visual_cognitive_motivation': 4}", "dataset_equal_gain": -0.0022884969814485, "positive_gain": "real_better_null_minus_real", "p_one_sided_sign_flip": 0.728515625, "sign_patterns": 32768, "pass_eligible": true, "eligibility_reason": null, "family": "prefix40_three_arms_times_three_pairings_nine_tests", "inference": "exact_subject_sign_flip_under_symmetric_difference_null_conditional_fixed_training_selection_exploratory", "p_Holm_nine": 1.0, "null_specificity_pass": false}, {"arm": "best_stable", "null_pairing": "wrong_training_subject", "real_pairing": "real", "prefix_steps": 40, "metric": "Hb_nrmse", "planned_pairs": 360, "expected_pairs": 360, "common_success_pairs": 360, "failed_or_missing_pairs": 0, "subjects": 15, "subjects_by_dataset": "{'eeg_fnirs_single_trial': 6, 'simultaneous_eeg_nirs': 5, 'visual_cognitive_motivation': 4}", "dataset_equal_gain": -0.0100541206132784, "positive_gain": "real_better_null_minus_real", "p_one_sided_sign_flip": 0.767578125, "sign_patterns": 32768, "pass_eligible": true, "eligibility_reason": null, "family": "prefix40_three_arms_times_three_pairings_nine_tests", "inference": "exact_subject_sign_flip_under_symmetric_difference_null_conditional_fixed_training_selection_exploratory", "p_Holm_nine": 1.0, "null_specificity_pass": false}, {"arm": "best_stable", "null_pairing": "nonwrapping_shift_12s", "real_pairing": "real_shift_support", "prefix_steps": 40, "metric": "Hb_nrmse", "planned_pairs": 360, "expected_pairs": 360, "common_success_pairs": 360, "failed_or_missing_pairs": 0, "subjects": 15, "subjects_by_dataset": "{'eeg_fnirs_single_trial': 6, 'simultaneous_eeg_nirs': 5, 'visual_cognitive_motivation': 4}", "dataset_equal_gain": -0.0126933428148249, "positive_gain": "real_better_null_minus_real", "p_one_sided_sign_flip": 0.7138671875, "sign_patterns": 32768, "pass_eligible": true, "eligibility_reason": null, "family": "prefix40_three_arms_times_three_pairings_nine_tests", "inference": "exact_subject_sign_flip_under_symmetric_difference_null_conditional_fixed_training_selection_exploratory", "p_Holm_nine": 1.0, "null_specificity_pass": false}, {"arm": "best_stable", "null_pairing": "other_region_EEG", "real_pairing": "real", "prefix_steps": 40, "metric": "Hb_nrmse", "planned_pairs": 360, "expected_pairs": 360, "common_success_pairs": 360, "failed_or_missing_pairs": 0, "subjects": 15, "subjects_by_dataset": "{'eeg_fnirs_single_trial': 6, 'simultaneous_eeg_nirs': 5, 'visual_cognitive_motivation': 4}", "dataset_equal_gain": -0.0028497309444327, "positive_gain": "real_better_null_minus_real", "p_one_sided_sign_flip": 0.81640625, "sign_patterns": 32768, "pass_eligible": true, "eligibility_reason": null, "family": "prefix40_three_arms_times_three_pairings_nine_tests", "inference": "exact_subject_sign_flip_under_symmetric_difference_null_conditional_fixed_training_selection_exploratory", "p_Holm_nine": 1.0, "null_specificity_pass": false}]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证据：["measured_summary.csv"]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图：/SSD_2/pid-mcm-implementation/docs/report/20261003_semantic_response_discovery_v1/figures/quant_07_ssm_proper_score_coverage.png</a:t>
            </a:r>
          </a:p>
          <a:p>
            <a:r>
              <a:t>完整图注：CRPS及区间覆盖均在冻结选择集残差尺度下评价。覆盖率接近名义水平只反映处理后Hb的预测校准，不能把残差Gaussian分布解释为生理状态后验；原坐标NLL另在数值附件保留。</a:t>
            </a:r>
          </a:p>
          <a:p>
            <a:r>
              <a:t>统计：[{"arm": "gamma_selected", "Gaussian_CRPS_normalized": 0.7626477128034305, "Gaussian_NLL": -1.2554614301734324, "coverage_50": 0.53546875, "coverage_80": 0.7456105324074075, "coverage_95": 0.8524479166666667}, {"arm": "gain_selected", "Gaussian_CRPS_normalized": 0.7316896790227932, "Gaussian_NLL": -1.185693989062825, "coverage_50": 0.5566377314814815, "coverage_80": 0.7540567129629631, "coverage_95": 0.8488368055555556}, {"arm": "best_stable", "Gaussian_CRPS_normalized": 0.7256825150691185, "Gaussian_NLL": -1.0554339959621075, "coverage_50": 0.5559722222222222, "coverage_80": 0.7527083333333334, "coverage_95": 0.8466579861111111}, {"arm": "own_Hb_prefix_ridge", "Gaussian_CRPS_normalized": 0.5818291701063788, "Gaussian_NLL": -1.2088618065830143, "coverage_50": 0.5649131944444444, "coverage_80": 0.7831684027777778, "coverage_95": 0.8743373842592593}, {"arm": "spatial_Hb_ridge", "Gaussian_CRPS_normalized": 0.6035932702952408, "Gaussian_NLL": -0.9978109811084827, "coverage_50": 0.5485937500000001, "coverage_80": 0.7652922453703703, "coverage_95": 0.862583912037037}, {"arm": "spatial_Hb_local_EEG_ridge", "Gaussian_CRPS_normalized": 0.6095116372412078, "Gaussian_NLL": -1.0303879321267526, "coverage_50": 0.5471122685185185, "coverage_80": 0.7625665509259258, "coverage_95": 0.8612239583333334}]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证据：["cross_mechanism_fit_matrix.csv", "synthetic_calibration/restricted.json", "synthetic_calibration/randomized.json"]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图：/SSD_2/pid-mcm-implementation/docs/report/20261003_semantic_response_discovery_v1/figures/quant_08_ssm_synthetic_mechanisms.png</a:t>
            </a:r>
          </a:p>
          <a:p>
            <a:r>
              <a:t>完整图注：restricted与randomized两个family均选择τn=τv=0，三个拟合臂实际为同一核；本图不提供机制识别准确率。图中保留随机合成族、40点前缀、六种已知场景的干预评价结果；每格12个生成重复且全部成功。Hb NRMSE与响应函数绝对RMSE描述冻结选择策略在不同生成机制下的误差，不是机制分类或非零扩展的比较。无耦合truth响应接近零，相对响应误差分母退化，因此图用绝对误差；原始相对值保留在附件。</a:t>
            </a:r>
          </a:p>
          <a:p>
            <a:r>
              <a:t>统计：[{"family": "randomized", "scenario": "common_Hb", "prefix_steps": 40, "arm": "gain_selected", "planned": 12, "successful": 12, "failed": 0, "fitted": 12, "converged_fitted": 12, "prior_or_frozen_predictions": 0, "Hb_nrmse": 0.8411820376501447, "Hb_nrmse_independent_units": 12, "Gaussian_CRPS": 0.0067143157034487, "Gaussian_CRPS_independent_units": 12, "response_function_RMSE": 0.0054532775819644, "response_function_RMSE_independent_units": 12, "response_function_relative_RMSE": 0.1864858675555828, "response_function_relative_RMSE_independent_units": 12}, {"family": "randomized", "scenario": "common_Hb", "prefix_steps": 40, "arm": "input_lowpass", "planned": 12, "successful": 12, "failed": 0, "fitted": 12, "converged_fitted": 12, "prior_or_frozen_predictions": 0, "Hb_nrmse": 0.8411820376501447, "Hb_nrmse_independent_units": 12, "Gaussian_CRPS": 0.0067143157034487, "Gaussian_CRPS_independent_units": 12, "response_function_RMSE": 0.0054532775819644, "response_function_RMSE_independent_units": 12, "response_function_relative_RMSE": 0.1864858675555828, "response_function_relative_RMSE_independent_units": 12}, {"family": "randomized", "scenario": "common_Hb", "prefix_steps": 40, "arm": "viscoelastic_outflow", "planned": 12, "successful": 12, "failed": 0, "fitted": 12, "converged_fitted": 12, "prior_or_frozen_predictions": 0, "Hb_nrmse": 0.8411820376501447, "Hb_nrmse_independent_units": 12, "Gaussian_CRPS": 0.0067143157034487, "Gaussian_CRPS_independent_units": 12, "response_function_RMSE": 0.0054532775819644, "response_function_RMSE_independent_units": 12, "response_function_relative_RMSE": 0.1864858675555828, "response_function_relative_RMSE_independent_units": 12}, {"family": "randomized", "scenario": "input_lowpass", "prefix_steps": 40, "arm": "gain_selected", "planned": 12, "successful": 12, "failed": 0, "fitted": 12, "converged_fitted": 12, "prior_or_frozen_predictions": 0, "Hb_nrmse": 0.581544006191035, "Hb_nrmse_independent_units": 12, "Gaussian_CRPS": 0.0052601869894011, "Gaussian_CRPS_independent_units": 12, "response_function_RMSE": 0.0073024251083182, "response_function_RMSE_independent_units": 12, "response_function_relative_RMSE": 0.2714505864712064, "response_function_relative_RMSE_independent_units": 12}, {"family": "randomized", "scenario": "input_lowpass", "prefix_steps": 40, "arm": "input_lowpass", "planned": 12, "successful": 12, "failed": 0, "fitted": 12, "converged_fitted": 12, "prior_or_frozen_predictions": 0, "Hb_nrmse": 0.581544006191035, "Hb_nrmse_independent_units": 12, "Gaussian_CRPS": 0.0052601869894011, "Gaussian_CRPS_independent_units": 12, "response_function_RMSE": 0.0073024251083182, "response_function_RMSE_independent_units": 12, "response_function_relative_RMSE": 0.2714505864712064, "response_function_relative_RMSE_independent_units": 12}, {"family": "randomized", "scenario": "input_lowpass", "prefix_steps": 40, "arm": "viscoelastic_outflow", "planned": 12, "successful": 12, "failed": 0, "fitted": 12, "converged_fitted": 12, "prior_or_frozen_predictions": 0, "Hb_nrmse": 0.581544006191035, "Hb_nrmse_independent_units": 12, "Gaussian_CRPS": 0.0052601869894011, "Gaussian_CRPS_independent_units": 12, "response_function_RMSE": 0.0073024251083182, "response_function_RMSE_independent_units": 12, "response_function_relative_RMSE": 0.2714505864712064, "response_function_relative_RMSE_independent_units": 12}, {"family": "randomized", "scenario": "no_coupling", "prefix_steps": 40, "arm": "gain_selected", "planned": 12, "successful": 12, "failed": 0, "fitted": 12, "converged_fitted": 12, "prior_or_frozen_predictions": 0, "Hb_nrmse": 1.003419869991023, "Hb_nrmse_independent_units": 12, "Gaussian_CRPS": 0.0103271492937626, "Gaussian_CRPS_independent_units": 12, "response_function_RMSE": 0.0234455914576146, "response_function_RMSE_independent_units": 12, "response_function_relative_RMSE": 2344559.1457614694, "response_function_relative_RMSE_independent_units": 12}, {"family": "randomized", "scenario": "no_coupling", "prefix_steps": 40, "arm": "input_lowpass", "planned": 12, "successful": 12, "failed": 0, "fitted": 12, "converged_fitted": 12, "prior_or_frozen_predictions": 0, "Hb_nrmse": 1.003419869991023, "Hb_nrmse_independent_units": 12, "Gaussian_CRPS": 0.0103271492937626, "Gaussian_CRPS_independent_units": 12, "response_function_RMSE": 0.0234455914576146, "response_function_RMSE_independent_units": 12, "response_function_relative_RMSE": 2344559.1457614694, "response_function_relative_RMSE_independent_units": 12}, {"family": "randomized", "scenario": "no_coupling", "prefix_steps": 40, "arm": "viscoelastic_outflow", "planned": 12, "successful": 12, "failed": 0, "fitted": 12, "converged_fitted": 12, "prior_or_frozen_predictions": 0, "Hb_nrmse": 1.003419869991023, "Hb_nrmse_independent_units": 12, "Gaussian_CRPS": 0.0103271492937626, "Gaussian_CRPS_independent_units": 12, "response_function_RMSE": 0.0234455914576146, "response_function_RMSE_independent_units": 12, "response_function_relative_RMSE": 2344559.1457614694, "response_function_relative_RMSE_independent_units": 12}, {"family": "randomized", "scenario": "nonrest", "prefix_steps": 40, "arm": "gain_selected", "planned": 12, "successful": 12, "failed": 0, "fitted": 12, "converged_fitted": 12, "prior_or_frozen_predictions": 0, "Hb_nrmse": 0.6030505804383635, "Hb_nrmse_independent_units": 12, "Gaussian_CRPS": 0.0051826242060793, "Gaussian_CRPS_independent_units": 12, "response_function_RMSE": 0.0054565606690776, "response_function_RMSE_independent_units": 12, "response_function_relative_RMSE": 0.1866609382772729, "response_function_relative_RMSE_independent_units": 12}, {"family": "randomized", "scenario": "nonrest", "prefix_steps": 40, "arm": "input_lowpass", "planned": 12, "successful": 12, "failed": 0, "fitted": 12, "converged_fitted": 12, "prior_or_frozen_predictions": 0, "Hb_nrmse": 0.6030505804383635, "Hb_nrmse_independent_units": 12, "Gaussian_CRPS": 0.0051826242060793, "Gaussian_CRPS_independent_units": 12, "response_function_RMSE": 0.0054565606690776, "response_function_RMSE_independent_units": 12, "response_function_relative_RMSE": 0.1866609382772729, "response_function_relative_RMSE_independent_units": 12}, {"family": "randomized", "scenario": "nonrest", "prefix_steps": 40, "arm": "viscoelastic_outflow", "planned": 12, "successful": 12, "failed": 0, "fitted": 12, "converged_fitted": 12, "prior_or_frozen_predictions": 0, "Hb_nrmse": 0.6030505804383635, "Hb_nrmse_independent_units": 12, "Gaussian_CRPS": 0.0051826242060793, "Gaussian_CRPS_independent_units": 12, "response_function_RMSE": 0.0054565606690776, "response_function_RMSE_independent_units": 12, "response_function_relative_RMSE": 0.1866609382772729, "response_function_relative_RMSE_independent_units": 12}, {"family": "randomized", "scenario": "standard", "prefix_steps": 40, "arm": "gain_selected", "planned": 12, "successful": 12, "failed": 0, "fitted": 12, "converged_fitted": 12, "prior_or_frozen_predictions": 0, "Hb_nrmse": 0.5604900040427306, "Hb_nrmse_independent_units": 12, "Gaussian_CRPS": 0.0052736414294289, "Gaussian_CRPS_independent_units": 12, "response_function_RMSE": 0.0054541852986428, "response_function_RMSE_independent_units": 12, "response_function_relative_RMSE": 0.1865304822705843, "response_function_relative_RMSE_independent_units": 12}, {"family": "randomized", "scenario": "standard", "prefix_steps": 40, "arm": "input_lowpass", "planned": 12, "successful": 12, "failed": 0, "fitted": 12, "converged_fitted": 12, "prior_or_frozen_predictions": 0, "Hb_nrmse": 0.5604900040427306, "Hb_nrmse_independent_units": 12, "Gaussian_CRPS": 0.0052736414294289, "Gaussian_CRPS_independent_units": 12, "response_function_RMSE": 0.0054541852986428, "response_function_RMSE_independent_units": 12, "response_function_relative_RMSE": 0.1865304822705843, "response_function_relative_RMSE_independent_units": 12}, {"family": "randomized", "scenario": "standard", "prefix_steps": 40, "arm": "viscoelastic_outflow", "planned": 12, "successful": 12, "failed": 0, "fitted": 12, "converged_fitted": 12, "prior_or_frozen_predictions": 0, "Hb_nrmse": 0.5604900040427306, "Hb_nrmse_independent_units": 12, "Gaussian_CRPS": 0.0052736414294289, "Gaussian_CRPS_independent_units": 12, "response_function_RMSE": 0.0054541852986428, "response_function_RMSE_independent_units": 12, "response_function_relative_RMSE": 0.1865304822705843, "response_function_relative_RMSE_independent_units": 12}, {"family": "randomized", "scenario": "viscoelastic_outflow", "prefix_steps": 40, "arm": "gain_selected", "planned": 12, "successful": 12, "failed": 0, "fitted": 12, "converged_fitted": 12, "prior_or_frozen_predictions": 0, "Hb_nrmse": 0.5440652622831011, "Hb_nrmse_independent_units": 12, "Gaussian_CRPS": 0.0051248151648513, "Gaussian_CRPS_independent_units": 12, "response_function_RMSE": 0.005581398635439, "response_function_RMSE_independent_units": 12, "response_function_relative_RMSE": 0.1924552579877329, "response_function_relative_RMSE_independent_units": 12}, {"family": "randomized", "scenario": "viscoelastic_outflow", "prefix_steps": 40, "arm": "input_lowpass", "planned": 12, "successful": 12, "failed": 0, "fitted": 12, "converged_fitted": 12, "prior_or_frozen_predictions": 0, "Hb_nrmse": 0.5440652622831011, "Hb_nrmse_independent_units": 12, "Gaussian_CRPS": 0.0051248151648513, "Gaussian_CRPS_independent_units": 12, "response_function_RMSE": 0.005581398635439, "response_function_RMSE_independent_units": 12, "response_function_relative_RMSE": 0.1924552579877329, "response_function_relative_RMSE_independent_units": 12}, {"family": "randomized", "scenario": "viscoelastic_outflow", "prefix_steps": 40, "arm": "viscoelastic_outflow", "planned": 12, "successful": 12, "failed": 0, "fitted": 12, "converged_fitted": 12, "prior_or_frozen_predictions": 0, "Hb_nrmse": 0.5440652622831011, "Hb_nrmse_independent_units": 12, "Gaussian_CRPS": 0.0051248151648513, "Gaussian_CRPS_independent_units": 12, "response_function_RMSE": 0.005581398635439, "response_function_RMSE_independent_units": 12, "response_function_relative_RMSE": 0.1924552579877329, "response_function_relative_RMSE_independent_units": 12}]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证据：waveform_provenance.json; measured_cells.csv; retained per-cell NPZ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"/SSD_2/pid-mcm-implementation/data/EEG+NIRS Single-Trial/EEG_01-29/subject 01/with occular artifact/cnt.mat", "raw_hb": ["/SSD_2/pid-mcm-implementation/data/EEG+NIRS Single-Trial/NIRS_01-29/subject 01/cnt.mat", "/SSD_2/pid-mcm-implementation/data/EEG+NIRS Single-Trial/EEG_01-29/subject 01/with occular artifact/cnt.mat"], "prepared": "/SSD_2/pid-mcm-implementation/experiments/runs/physiology_semantic_tokenizer/shared_driver_reconstruction/20260928_physiology_semantics_v1/prepared/eeg_fnirs_single_trial__subject_01__session_00/posterior.npz", "feature": "/SSD_2/pid-mcm-implementation/experiments/runs/physiology_semantic_tokenizer/semantic_response_discovery/20261002_v1/features/evaluation/eeg_fnirs_single_trial__subject_01__session_00__posterior__w17.npz", "modes": "/SSD_2/pid-mcm-implementation/experiments/runs/physiology_semantic_tokenizer/semantic_response_discovery/20261002_v1/eeg_modes/eeg_fnirs_single_trial__posterior/eeg_fnirs_single_trial__subject_01__session_00__posterior__w17/real__fixed.npz", "response": "/SSD_2/pid-mcm-implementation/experiments/runs/physiology_semantic_tokenizer/semantic_response_discovery/20261002_v1/measured/eeg_fnirs_single_trial__subject_01__session_00__posterior__w17/input_lowpass/real/prefix_40.npz", "control": "/SSD_2/pid-mcm-implementation/experiments/runs/physiology_semantic_tokenizer/semantic_response_discovery/20261002_v1/measured/eeg_fnirs_single_trial__subject_01__session_00__posterior__w17/gain_selected/real/prefix_40.npz"}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图：/SSD_2/pid-mcm-implementation/docs/report/20261003_semantic_response_discovery_v1/figures/waveform_01_median_components_wide.png</a:t>
            </a:r>
          </a:p>
          <a:p>
            <a:r>
              <a:t>完整图注：同一prepared Hb坐标内展示物理模型项、附加共同观测项和观测残差，并对照冻结增益控制；绿色可见前缀和金色评分区显式分开。成分命名不等于来源确证。</a:t>
            </a:r>
          </a:p>
          <a:p>
            <a:r>
              <a:t>统计：{"id": "eeg_fnirs_single_trial__subject_01__session_00__posterior__w17", "dataset": "eeg_fnirs_single_trial", "role": "median", "delta": 0.0, "paired_population": 144, "population_median_delta": 0.0, "best_stable_nrmse": 1.2757054753208183, "gain_nrmse": 1.2757054753208183, "chosen_arm": "input_lowpass", "spec": {"arm": "input_lowpass", "gamma": 0.0, "gain": 0.0, "tau_n": 0.0, "tau_v": 0.0,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1.1102230246251565e-16,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3.469446951953614e-18,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"/SSD_2/pid-mcm-implementation/data/EEG+NIRS Single-Trial/EEG_01-29/subject 01/with occular artifact/cnt.mat", "raw_hb": ["/SSD_2/pid-mcm-implementation/data/EEG+NIRS Single-Trial/NIRS_01-29/subject 01/cnt.mat", "/SSD_2/pid-mcm-implementation/data/EEG+NIRS Single-Trial/EEG_01-29/subject 01/with occular artifact/cnt.mat"], "prepared": "/SSD_2/pid-mcm-implementation/experiments/runs/physiology_semantic_tokenizer/shared_driver_reconstruction/20260928_physiology_semantics_v1/prepared/eeg_fnirs_single_trial__subject_01__session_00/posterior.npz", "feature": "/SSD_2/pid-mcm-implementation/experiments/runs/physiology_semantic_tokenizer/semantic_response_discovery/20261002_v1/features/evaluation/eeg_fnirs_single_trial__subject_01__session_00__posterior__w17.npz", "modes": "/SSD_2/pid-mcm-implementation/experiments/runs/physiology_semantic_tokenizer/semantic_response_discovery/20261002_v1/eeg_modes/eeg_fnirs_single_trial__posterior/eeg_fnirs_single_trial__subject_01__session_00__posterior__w17/real__fixed.npz", "response": "/SSD_2/pid-mcm-implementation/experiments/runs/physiology_semantic_tokenizer/semantic_response_discovery/20261002_v1/measured/eeg_fnirs_single_trial__subject_01__session_00__posterior__w17/input_lowpass/real/prefix_40.npz", "control": "/SSD_2/pid-mcm-implementation/experiments/runs/physiology_semantic_tokenizer/semantic_response_discovery/20261002_v1/measured/eeg_fnirs_single_trial__subject_01__session_00__posterior__w17/gain_selected/real/prefix_40.npz"}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图：/SSD_2/pid-mcm-implementation/docs/report/20261003_semantic_response_discovery_v1/figures/waveform_01_median_states_wide.png</a:t>
            </a:r>
          </a:p>
          <a:p>
            <a:r>
              <a:t>完整图注：固定EEG-only驱动d与实际血管输入u显式区分；相对状态f/v/p/q以及s单列，不能与Hb直接相加。保留前缀/评分区，采用保存的拟合状态，不新增拟合。</a:t>
            </a:r>
          </a:p>
          <a:p>
            <a:r>
              <a:t>统计：{"id": "eeg_fnirs_single_trial__subject_01__session_00__posterior__w17", "dataset": "eeg_fnirs_single_trial", "role": "median", "delta": 0.0, "paired_population": 144, "population_median_delta": 0.0, "best_stable_nrmse": 1.2757054753208183, "gain_nrmse": 1.2757054753208183, "chosen_arm": "input_lowpass", "spec": {"arm": "input_lowpass", "gamma": 0.0, "gain": 0.0, "tau_n": 0.0, "tau_v": 0.0,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1.1102230246251565e-16,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3.469446951953614e-18,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"/SSD_2/pid-mcm-implementation/data/EEG+NIRS Single-Trial/EEG_01-29/subject 01/with occular artifact/cnt.mat", "raw_hb": ["/SSD_2/pid-mcm-implementation/data/EEG+NIRS Single-Trial/NIRS_01-29/subject 01/cnt.mat", "/SSD_2/pid-mcm-implementation/data/EEG+NIRS Single-Trial/EEG_01-29/subject 01/with occular artifact/cnt.mat"], "prepared": "/SSD_2/pid-mcm-implementation/experiments/runs/physiology_semantic_tokenizer/shared_driver_reconstruction/20260928_physiology_semantics_v1/prepared/eeg_fnirs_single_trial__subject_01__session_00/posterior.npz", "feature": "/SSD_2/pid-mcm-implementation/experiments/runs/physiology_semantic_tokenizer/semantic_response_discovery/20261002_v1/features/evaluation/eeg_fnirs_single_trial__subject_01__session_00__posterior__w17.npz", "modes": "/SSD_2/pid-mcm-implementation/experiments/runs/physiology_semantic_tokenizer/semantic_response_discovery/20261002_v1/eeg_modes/eeg_fnirs_single_trial__posterior/eeg_fnirs_single_trial__subject_01__session_00__posterior__w17/real__fixed.npz", "response": "/SSD_2/pid-mcm-implementation/experiments/runs/physiology_semantic_tokenizer/semantic_response_discovery/20261002_v1/measured/eeg_fnirs_single_trial__subject_01__session_00__posterior__w17/input_lowpass/real/prefix_40.npz", "control": "/SSD_2/pid-mcm-implementation/experiments/runs/physiology_semantic_tokenizer/semantic_response_discovery/20261002_v1/measured/eeg_fnirs_single_trial__subject_01__session_00__posterior__w17/gain_selected/real/prefix_40.npz"}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图：/SSD_2/pid-mcm-implementation/docs/report/20261003_semantic_response_discovery_v1/figures/waveform_01_median_eeg_components_wide.png</a:t>
            </a:r>
          </a:p>
          <a:p>
            <a:r>
              <a:t>完整图注：从保存的EEG-only a/b与固定谱载荷，在prepared相对log-power坐标恢复贡献；观测=a贡献+b贡献+残差。示图为与原始电压相同的一条通道的五频带，全30维重构均核验。电压波形不能与这些特征贡献相加。</a:t>
            </a:r>
          </a:p>
          <a:p>
            <a:r>
              <a:t>统计：{"id": "eeg_fnirs_single_trial__subject_01__session_00__posterior__w17", "dataset": "eeg_fnirs_single_trial", "role": "median", "delta": 0.0, "paired_population": 144, "population_median_delta": 0.0, "best_stable_nrmse": 1.2757054753208183, "gain_nrmse": 1.2757054753208183, "chosen_arm": "input_lowpass", "spec": {"arm": "input_lowpass", "gamma": 0.0, "gain": 0.0, "tau_n": 0.0, "tau_v": 0.0,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1.1102230246251565e-16,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3.469446951953614e-18,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"/SSD_2/pid-mcm-implementation/data/EEG+NIRS Single-Trial/EEG_01-29/subject 12/with occular artifact/cnt.mat", "raw_hb": ["/SSD_2/pid-mcm-implementation/data/EEG+NIRS Single-Trial/NIRS_01-29/subject 12/cnt.mat", "/SSD_2/pid-mcm-implementation/data/EEG+NIRS Single-Trial/EEG_01-29/subject 12/with occular artifact/cnt.mat"], "prepared": "/SSD_2/pid-mcm-implementation/experiments/runs/physiology_semantic_tokenizer/shared_driver_reconstruction/20260928_physiology_semantics_v1/prepared/eeg_fnirs_single_trial__subject_12__session_00/motor.npz", "feature": "/SSD_2/pid-mcm-implementation/experiments/runs/physiology_semantic_tokenizer/semantic_response_discovery/20261002_v1/features/evaluation/eeg_fnirs_single_trial__subject_12__session_00__motor__w16.npz", "modes": "/SSD_2/pid-mcm-implementation/experiments/runs/physiology_semantic_tokenizer/semantic_response_discovery/20261002_v1/eeg_modes/eeg_fnirs_single_trial__motor/eeg_fnirs_single_trial__subject_12__session_00__motor__w16/real__fixed.npz", "response": "/SSD_2/pid-mcm-implementation/experiments/runs/physiology_semantic_tokenizer/semantic_response_discovery/20261002_v1/measured/eeg_fnirs_single_trial__subject_12__session_00__motor__w16/viscoelastic_outflow/real/prefix_40.npz", "control": "/SSD_2/pid-mcm-implementation/experiments/runs/physiology_semantic_tokenizer/semantic_response_discovery/20261002_v1/measured/eeg_fnirs_single_trial__subject_12__session_00__motor__w16/gain_selected/real/prefix_40.npz"}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图：/SSD_2/pid-mcm-implementation/docs/report/20261003_semantic_response_discovery_v1/figures/waveform_02_worst_native_wide.png</a:t>
            </a:r>
          </a:p>
          <a:p>
            <a:r>
              <a:t>完整图注：精确回溯本轮评价窗口。原始电压与发布Hb/光强保持各自单位；频带图展示已有局部特征变换，不把prepared称为raw。</a:t>
            </a:r>
          </a:p>
          <a:p>
            <a:r>
              <a:t>统计：{"id": "eeg_fnirs_single_trial__subject_12__session_00__motor__w16", "dataset": "eeg_fnirs_single_trial", "role": "worst", "delta": -0.062466740720797276, "paired_population": 144, "population_median_delta": 0.0, "best_stable_nrmse": 1.0939461874500236, "gain_nrmse": 1.0314794467292263, "chosen_arm": "viscoelastic_outflow", "spec": {"arm": "viscoelastic_outflow", "gamma": 0.0, "gain": 0.0, "tau_n": 0.0, "tau_v": 3.0,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2.220446049250313e-16,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3.469446951953614e-18,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"/SSD_2/pid-mcm-implementation/data/EEG+NIRS Single-Trial/EEG_01-29/subject 12/with occular artifact/cnt.mat", "raw_hb": ["/SSD_2/pid-mcm-implementation/data/EEG+NIRS Single-Trial/NIRS_01-29/subject 12/cnt.mat", "/SSD_2/pid-mcm-implementation/data/EEG+NIRS Single-Trial/EEG_01-29/subject 12/with occular artifact/cnt.mat"], "prepared": "/SSD_2/pid-mcm-implementation/experiments/runs/physiology_semantic_tokenizer/shared_driver_reconstruction/20260928_physiology_semantics_v1/prepared/eeg_fnirs_single_trial__subject_12__session_00/motor.npz", "feature": "/SSD_2/pid-mcm-implementation/experiments/runs/physiology_semantic_tokenizer/semantic_response_discovery/20261002_v1/features/evaluation/eeg_fnirs_single_trial__subject_12__session_00__motor__w16.npz", "modes": "/SSD_2/pid-mcm-implementation/experiments/runs/physiology_semantic_tokenizer/semantic_response_discovery/20261002_v1/eeg_modes/eeg_fnirs_single_trial__motor/eeg_fnirs_single_trial__subject_12__session_00__motor__w16/real__fixed.npz", "response": "/SSD_2/pid-mcm-implementation/experiments/runs/physiology_semantic_tokenizer/semantic_response_discovery/20261002_v1/measured/eeg_fnirs_single_trial__subject_12__session_00__motor__w16/viscoelastic_outflow/real/prefix_40.npz", "control": "/SSD_2/pid-mcm-implementation/experiments/runs/physiology_semantic_tokenizer/semantic_response_discovery/20261002_v1/measured/eeg_fnirs_single_trial__subject_12__session_00__motor__w16/gain_selected/real/prefix_40.npz"}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图：/SSD_2/pid-mcm-implementation/docs/report/20261003_semantic_response_discovery_v1/figures/waveform_02_worst_components_wide.png</a:t>
            </a:r>
          </a:p>
          <a:p>
            <a:r>
              <a:t>完整图注：同一prepared Hb坐标内展示物理模型项、附加共同观测项和观测残差，并对照冻结增益控制；绿色可见前缀和金色评分区显式分开。成分命名不等于来源确证。</a:t>
            </a:r>
          </a:p>
          <a:p>
            <a:r>
              <a:t>统计：{"id": "eeg_fnirs_single_trial__subject_12__session_00__motor__w16", "dataset": "eeg_fnirs_single_trial", "role": "worst", "delta": -0.062466740720797276, "paired_population": 144, "population_median_delta": 0.0, "best_stable_nrmse": 1.0939461874500236, "gain_nrmse": 1.0314794467292263, "chosen_arm": "viscoelastic_outflow", "spec": {"arm": "viscoelastic_outflow", "gamma": 0.0, "gain": 0.0, "tau_n": 0.0, "tau_v": 3.0,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2.220446049250313e-16,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3.469446951953614e-18,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"/SSD_2/pid-mcm-implementation/data/EEG+NIRS Single-Trial/EEG_01-29/subject 12/with occular artifact/cnt.mat", "raw_hb": ["/SSD_2/pid-mcm-implementation/data/EEG+NIRS Single-Trial/NIRS_01-29/subject 12/cnt.mat", "/SSD_2/pid-mcm-implementation/data/EEG+NIRS Single-Trial/EEG_01-29/subject 12/with occular artifact/cnt.mat"], "prepared": "/SSD_2/pid-mcm-implementation/experiments/runs/physiology_semantic_tokenizer/shared_driver_reconstruction/20260928_physiology_semantics_v1/prepared/eeg_fnirs_single_trial__subject_12__session_00/motor.npz", "feature": "/SSD_2/pid-mcm-implementation/experiments/runs/physiology_semantic_tokenizer/semantic_response_discovery/20261002_v1/features/evaluation/eeg_fnirs_single_trial__subject_12__session_00__motor__w16.npz", "modes": "/SSD_2/pid-mcm-implementation/experiments/runs/physiology_semantic_tokenizer/semantic_response_discovery/20261002_v1/eeg_modes/eeg_fnirs_single_trial__motor/eeg_fnirs_single_trial__subject_12__session_00__motor__w16/real__fixed.npz", "response": "/SSD_2/pid-mcm-implementation/experiments/runs/physiology_semantic_tokenizer/semantic_response_discovery/20261002_v1/measured/eeg_fnirs_single_trial__subject_12__session_00__motor__w16/viscoelastic_outflow/real/prefix_40.npz", "control": "/SSD_2/pid-mcm-implementation/experiments/runs/physiology_semantic_tokenizer/semantic_response_discovery/20261002_v1/measured/eeg_fnirs_single_trial__subject_12__session_00__motor__w16/gain_selected/real/prefix_40.npz"}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图：/SSD_2/pid-mcm-implementation/docs/report/20261003_semantic_response_discovery_v1/figures/waveform_02_worst_states_wide.png</a:t>
            </a:r>
          </a:p>
          <a:p>
            <a:r>
              <a:t>完整图注：固定EEG-only驱动d与实际血管输入u显式区分；相对状态f/v/p/q以及s单列，不能与Hb直接相加。保留前缀/评分区，采用保存的拟合状态，不新增拟合。</a:t>
            </a:r>
          </a:p>
          <a:p>
            <a:r>
              <a:t>统计：{"id": "eeg_fnirs_single_trial__subject_12__session_00__motor__w16", "dataset": "eeg_fnirs_single_trial", "role": "worst", "delta": -0.062466740720797276, "paired_population": 144, "population_median_delta": 0.0, "best_stable_nrmse": 1.0939461874500236, "gain_nrmse": 1.0314794467292263, "chosen_arm": "viscoelastic_outflow", "spec": {"arm": "viscoelastic_outflow", "gamma": 0.0, "gain": 0.0, "tau_n": 0.0, "tau_v": 3.0,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2.220446049250313e-16,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3.469446951953614e-18,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"/SSD_2/pid-mcm-implementation/data/EEG+NIRS Single-Trial/EEG_01-29/subject 12/with occular artifact/cnt.mat", "raw_hb": ["/SSD_2/pid-mcm-implementation/data/EEG+NIRS Single-Trial/NIRS_01-29/subject 12/cnt.mat", "/SSD_2/pid-mcm-implementation/data/EEG+NIRS Single-Trial/EEG_01-29/subject 12/with occular artifact/cnt.mat"], "prepared": "/SSD_2/pid-mcm-implementation/experiments/runs/physiology_semantic_tokenizer/shared_driver_reconstruction/20260928_physiology_semantics_v1/prepared/eeg_fnirs_single_trial__subject_12__session_00/motor.npz", "feature": "/SSD_2/pid-mcm-implementation/experiments/runs/physiology_semantic_tokenizer/semantic_response_discovery/20261002_v1/features/evaluation/eeg_fnirs_single_trial__subject_12__session_00__motor__w16.npz", "modes": "/SSD_2/pid-mcm-implementation/experiments/runs/physiology_semantic_tokenizer/semantic_response_discovery/20261002_v1/eeg_modes/eeg_fnirs_single_trial__motor/eeg_fnirs_single_trial__subject_12__session_00__motor__w16/real__fixed.npz", "response": "/SSD_2/pid-mcm-implementation/experiments/runs/physiology_semantic_tokenizer/semantic_response_discovery/20261002_v1/measured/eeg_fnirs_single_trial__subject_12__session_00__motor__w16/viscoelastic_outflow/real/prefix_40.npz", "control": "/SSD_2/pid-mcm-implementation/experiments/runs/physiology_semantic_tokenizer/semantic_response_discovery/20261002_v1/measured/eeg_fnirs_single_trial__subject_12__session_00__motor__w16/gain_selected/real/prefix_40.npz"}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图：/SSD_2/pid-mcm-implementation/docs/report/20261003_semantic_response_discovery_v1/figures/waveform_02_worst_eeg_components_wide.png</a:t>
            </a:r>
          </a:p>
          <a:p>
            <a:r>
              <a:t>完整图注：从保存的EEG-only a/b与固定谱载荷，在prepared相对log-power坐标恢复贡献；观测=a贡献+b贡献+残差。示图为与原始电压相同的一条通道的五频带，全30维重构均核验。电压波形不能与这些特征贡献相加。</a:t>
            </a:r>
          </a:p>
          <a:p>
            <a:r>
              <a:t>统计：{"id": "eeg_fnirs_single_trial__subject_12__session_00__motor__w16", "dataset": "eeg_fnirs_single_trial", "role": "worst", "delta": -0.062466740720797276, "paired_population": 144, "population_median_delta": 0.0, "best_stable_nrmse": 1.0939461874500236, "gain_nrmse": 1.0314794467292263, "chosen_arm": "viscoelastic_outflow", "spec": {"arm": "viscoelastic_outflow", "gamma": 0.0, "gain": 0.0, "tau_n": 0.0, "tau_v": 3.0,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2.220446049250313e-16,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3.469446951953614e-18,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"/SSD_2/pid-mcm-implementation/data/Simultaneous EEG&amp;NIRS/VP002-EEG/cnt_wg.mat", "raw_hb": ["/SSD_2/pid-mcm-implementation/data/Simultaneous EEG&amp;NIRS/VP002-NIRS/cnt_wg.mat", "/SSD_2/pid-mcm-implementation/data/Simultaneous EEG&amp;NIRS/VP002-EEG/cnt_wg.mat"], "prepared": "/SSD_2/pid-mcm-implementation/experiments/runs/physiology_semantic_tokenizer/shared_driver_reconstruction/20260928_physiology_semantics_v1/prepared/simultaneous_eeg_nirs__VP002__cnt_wg/posterior.npz", "feature": "/SSD_2/pid-mcm-implementation/experiments/runs/physiology_semantic_tokenizer/semantic_response_discovery/20261002_v1/features/evaluation/simultaneous_eeg_nirs__VP002__cnt_wg__posterior__w22.npz", "modes": "/SSD_2/pid-mcm-implementation/experiments/runs/physiology_semantic_tokenizer/semantic_response_discovery/20261002_v1/eeg_modes/simultaneous_eeg_nirs__posterior/simultaneous_eeg_nirs__VP002__cnt_wg__posterior__w22/real__fixed.npz", "response": "/SSD_2/pid-mcm-implementation/experiments/runs/physiology_semantic_tokenizer/semantic_response_discovery/20261002_v1/measured/simultaneous_eeg_nirs__VP002__cnt_wg__posterior__w22/viscoelastic_outflow/real/prefix_40.npz", "control": "/SSD_2/pid-mcm-implementation/experiments/runs/physiology_semantic_tokenizer/semantic_response_discovery/20261002_v1/measured/simultaneous_eeg_nirs__VP002__cnt_wg__posterior__w22/gain_selected/real/prefix_40.npz"}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图：/SSD_2/pid-mcm-implementation/docs/report/20261003_semantic_response_discovery_v1/figures/waveform_03_median_native_wide.png</a:t>
            </a:r>
          </a:p>
          <a:p>
            <a:r>
              <a:t>完整图注：精确回溯本轮评价窗口。原始电压与发布Hb/光强保持各自单位；频带图展示已有局部特征变换，不把prepared称为raw。</a:t>
            </a:r>
          </a:p>
          <a:p>
            <a:r>
              <a:t>统计：{"id": "simultaneous_eeg_nirs__VP002__cnt_wg__posterior__w22", "dataset": "simultaneous_eeg_nirs", "role": "median", "delta": 0.029671685651361246, "paired_population": 120, "population_median_delta": 0.029939096346208505, "best_stable_nrmse": 1.1852072657793102, "gain_nrmse": 1.2148789514306715, "chosen_arm": "viscoelastic_outflow", "spec": {"arm": "viscoelastic_outflow", "gamma": 0.0, "gain": 0.0, "tau_n": 0.0, "tau_v": 6.0,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2.220446049250313e-16,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1.734723475976807e-18,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"/SSD_2/pid-mcm-implementation/data/Simultaneous EEG&amp;NIRS/VP002-EEG/cnt_wg.mat", "raw_hb": ["/SSD_2/pid-mcm-implementation/data/Simultaneous EEG&amp;NIRS/VP002-NIRS/cnt_wg.mat", "/SSD_2/pid-mcm-implementation/data/Simultaneous EEG&amp;NIRS/VP002-EEG/cnt_wg.mat"], "prepared": "/SSD_2/pid-mcm-implementation/experiments/runs/physiology_semantic_tokenizer/shared_driver_reconstruction/20260928_physiology_semantics_v1/prepared/simultaneous_eeg_nirs__VP002__cnt_wg/posterior.npz", "feature": "/SSD_2/pid-mcm-implementation/experiments/runs/physiology_semantic_tokenizer/semantic_response_discovery/20261002_v1/features/evaluation/simultaneous_eeg_nirs__VP002__cnt_wg__posterior__w22.npz", "modes": "/SSD_2/pid-mcm-implementation/experiments/runs/physiology_semantic_tokenizer/semantic_response_discovery/20261002_v1/eeg_modes/simultaneous_eeg_nirs__posterior/simultaneous_eeg_nirs__VP002__cnt_wg__posterior__w22/real__fixed.npz", "response": "/SSD_2/pid-mcm-implementation/experiments/runs/physiology_semantic_tokenizer/semantic_response_discovery/20261002_v1/measured/simultaneous_eeg_nirs__VP002__cnt_wg__posterior__w22/viscoelastic_outflow/real/prefix_40.npz", "control": "/SSD_2/pid-mcm-implementation/experiments/runs/physiology_semantic_tokenizer/semantic_response_discovery/20261002_v1/measured/simultaneous_eeg_nirs__VP002__cnt_wg__posterior__w22/gain_selected/real/prefix_40.npz"}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图：/SSD_2/pid-mcm-implementation/docs/report/20261003_semantic_response_discovery_v1/figures/waveform_03_median_components_wide.png</a:t>
            </a:r>
          </a:p>
          <a:p>
            <a:r>
              <a:t>完整图注：同一prepared Hb坐标内展示物理模型项、附加共同观测项和观测残差，并对照冻结增益控制；绿色可见前缀和金色评分区显式分开。成分命名不等于来源确证。</a:t>
            </a:r>
          </a:p>
          <a:p>
            <a:r>
              <a:t>统计：{"id": "simultaneous_eeg_nirs__VP002__cnt_wg__posterior__w22", "dataset": "simultaneous_eeg_nirs", "role": "median", "delta": 0.029671685651361246, "paired_population": 120, "population_median_delta": 0.029939096346208505, "best_stable_nrmse": 1.1852072657793102, "gain_nrmse": 1.2148789514306715, "chosen_arm": "viscoelastic_outflow", "spec": {"arm": "viscoelastic_outflow", "gamma": 0.0, "gain": 0.0, "tau_n": 0.0, "tau_v": 6.0,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2.220446049250313e-16,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1.734723475976807e-18,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"/SSD_2/pid-mcm-implementation/data/Simultaneous EEG&amp;NIRS/VP002-EEG/cnt_wg.mat", "raw_hb": ["/SSD_2/pid-mcm-implementation/data/Simultaneous EEG&amp;NIRS/VP002-NIRS/cnt_wg.mat", "/SSD_2/pid-mcm-implementation/data/Simultaneous EEG&amp;NIRS/VP002-EEG/cnt_wg.mat"], "prepared": "/SSD_2/pid-mcm-implementation/experiments/runs/physiology_semantic_tokenizer/shared_driver_reconstruction/20260928_physiology_semantics_v1/prepared/simultaneous_eeg_nirs__VP002__cnt_wg/posterior.npz", "feature": "/SSD_2/pid-mcm-implementation/experiments/runs/physiology_semantic_tokenizer/semantic_response_discovery/20261002_v1/features/evaluation/simultaneous_eeg_nirs__VP002__cnt_wg__posterior__w22.npz", "modes": "/SSD_2/pid-mcm-implementation/experiments/runs/physiology_semantic_tokenizer/semantic_response_discovery/20261002_v1/eeg_modes/simultaneous_eeg_nirs__posterior/simultaneous_eeg_nirs__VP002__cnt_wg__posterior__w22/real__fixed.npz", "response": "/SSD_2/pid-mcm-implementation/experiments/runs/physiology_semantic_tokenizer/semantic_response_discovery/20261002_v1/measured/simultaneous_eeg_nirs__VP002__cnt_wg__posterior__w22/viscoelastic_outflow/real/prefix_40.npz", "control": "/SSD_2/pid-mcm-implementation/experiments/runs/physiology_semantic_tokenizer/semantic_response_discovery/20261002_v1/measured/simultaneous_eeg_nirs__VP002__cnt_wg__posterior__w22/gain_selected/real/prefix_40.npz"}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图：/SSD_2/pid-mcm-implementation/docs/report/20261003_semantic_response_discovery_v1/figures/waveform_03_median_states_wide.png</a:t>
            </a:r>
          </a:p>
          <a:p>
            <a:r>
              <a:t>完整图注：固定EEG-only驱动d与实际血管输入u显式区分；相对状态f/v/p/q以及s单列，不能与Hb直接相加。保留前缀/评分区，采用保存的拟合状态，不新增拟合。</a:t>
            </a:r>
          </a:p>
          <a:p>
            <a:r>
              <a:t>统计：{"id": "simultaneous_eeg_nirs__VP002__cnt_wg__posterior__w22", "dataset": "simultaneous_eeg_nirs", "role": "median", "delta": 0.029671685651361246, "paired_population": 120, "population_median_delta": 0.029939096346208505, "best_stable_nrmse": 1.1852072657793102, "gain_nrmse": 1.2148789514306715, "chosen_arm": "viscoelastic_outflow", "spec": {"arm": "viscoelastic_outflow", "gamma": 0.0, "gain": 0.0, "tau_n": 0.0, "tau_v": 6.0,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2.220446049250313e-16,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1.734723475976807e-18,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"/SSD_2/pid-mcm-implementation/data/Simultaneous EEG&amp;NIRS/VP002-EEG/cnt_wg.mat", "raw_hb": ["/SSD_2/pid-mcm-implementation/data/Simultaneous EEG&amp;NIRS/VP002-NIRS/cnt_wg.mat", "/SSD_2/pid-mcm-implementation/data/Simultaneous EEG&amp;NIRS/VP002-EEG/cnt_wg.mat"], "prepared": "/SSD_2/pid-mcm-implementation/experiments/runs/physiology_semantic_tokenizer/shared_driver_reconstruction/20260928_physiology_semantics_v1/prepared/simultaneous_eeg_nirs__VP002__cnt_wg/posterior.npz", "feature": "/SSD_2/pid-mcm-implementation/experiments/runs/physiology_semantic_tokenizer/semantic_response_discovery/20261002_v1/features/evaluation/simultaneous_eeg_nirs__VP002__cnt_wg__posterior__w22.npz", "modes": "/SSD_2/pid-mcm-implementation/experiments/runs/physiology_semantic_tokenizer/semantic_response_discovery/20261002_v1/eeg_modes/simultaneous_eeg_nirs__posterior/simultaneous_eeg_nirs__VP002__cnt_wg__posterior__w22/real__fixed.npz", "response": "/SSD_2/pid-mcm-implementation/experiments/runs/physiology_semantic_tokenizer/semantic_response_discovery/20261002_v1/measured/simultaneous_eeg_nirs__VP002__cnt_wg__posterior__w22/viscoelastic_outflow/real/prefix_40.npz", "control": "/SSD_2/pid-mcm-implementation/experiments/runs/physiology_semantic_tokenizer/semantic_response_discovery/20261002_v1/measured/simultaneous_eeg_nirs__VP002__cnt_wg__posterior__w22/gain_selected/real/prefix_40.npz"}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图：/SSD_2/pid-mcm-implementation/docs/report/20261003_semantic_response_discovery_v1/figures/waveform_03_median_eeg_components_wide.png</a:t>
            </a:r>
          </a:p>
          <a:p>
            <a:r>
              <a:t>完整图注：从保存的EEG-only a/b与固定谱载荷，在prepared相对log-power坐标恢复贡献；观测=a贡献+b贡献+残差。示图为与原始电压相同的一条通道的五频带，全30维重构均核验。电压波形不能与这些特征贡献相加。</a:t>
            </a:r>
          </a:p>
          <a:p>
            <a:r>
              <a:t>统计：{"id": "simultaneous_eeg_nirs__VP002__cnt_wg__posterior__w22", "dataset": "simultaneous_eeg_nirs", "role": "median", "delta": 0.029671685651361246, "paired_population": 120, "population_median_delta": 0.029939096346208505, "best_stable_nrmse": 1.1852072657793102, "gain_nrmse": 1.2148789514306715, "chosen_arm": "viscoelastic_outflow", "spec": {"arm": "viscoelastic_outflow", "gamma": 0.0, "gain": 0.0, "tau_n": 0.0, "tau_v": 6.0,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2.220446049250313e-16,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1.734723475976807e-18,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"/SSD_2/pid-mcm-implementation/data/Simultaneous EEG&amp;NIRS/VP002-EEG/cnt_dsr.mat", "raw_hb": ["/SSD_2/pid-mcm-implementation/data/Simultaneous EEG&amp;NIRS/VP002-NIRS/cnt_dsr.mat", "/SSD_2/pid-mcm-implementation/data/Simultaneous EEG&amp;NIRS/VP002-EEG/cnt_dsr.mat"], "prepared": "/SSD_2/pid-mcm-implementation/experiments/runs/physiology_semantic_tokenizer/shared_driver_reconstruction/20260928_physiology_semantics_v1/prepared/simultaneous_eeg_nirs__VP002__cnt_dsr/motor.npz", "feature": "/SSD_2/pid-mcm-implementation/experiments/runs/physiology_semantic_tokenizer/semantic_response_discovery/20261002_v1/features/evaluation/simultaneous_eeg_nirs__VP002__cnt_dsr__motor__w1.npz", "modes": "/SSD_2/pid-mcm-implementation/experiments/runs/physiology_semantic_tokenizer/semantic_response_discovery/20261002_v1/eeg_modes/simultaneous_eeg_nirs__motor/simultaneous_eeg_nirs__VP002__cnt_dsr__motor__w1/real__fixed.npz", "response": "/SSD_2/pid-mcm-implementation/experiments/runs/physiology_semantic_tokenizer/semantic_response_discovery/20261002_v1/measured/simultaneous_eeg_nirs__VP002__cnt_dsr__motor__w1/viscoelastic_outflow/real/prefix_40.npz", "control": "/SSD_2/pid-mcm-implementation/experiments/runs/physiology_semantic_tokenizer/semantic_response_discovery/20261002_v1/measured/simultaneous_eeg_nirs__VP002__cnt_dsr__motor__w1/gain_selected/real/prefix_40.npz"}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图：/SSD_2/pid-mcm-implementation/docs/report/20261003_semantic_response_discovery_v1/figures/waveform_04_worst_native_wide.png</a:t>
            </a:r>
          </a:p>
          <a:p>
            <a:r>
              <a:t>完整图注：精确回溯本轮评价窗口。原始电压与发布Hb/光强保持各自单位；频带图展示已有局部特征变换，不把prepared称为raw。</a:t>
            </a:r>
          </a:p>
          <a:p>
            <a:r>
              <a:t>统计：{"id": "simultaneous_eeg_nirs__VP002__cnt_dsr__motor__w1", "dataset": "simultaneous_eeg_nirs", "role": "worst", "delta": -0.5192024555427883, "paired_population": 120, "population_median_delta": 0.029939096346208505, "best_stable_nrmse": 8.410943517711846, "gain_nrmse": 7.891741062169058, "chosen_arm": "viscoelastic_outflow", "spec": {"arm": "viscoelastic_outflow", "gamma": 0.0, "gain": 0.0, "tau_n": 0.0, "tau_v": 6.0,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1.1102230246251565e-16,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8.673617379884035e-19,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"/SSD_2/pid-mcm-implementation/data/Simultaneous EEG&amp;NIRS/VP002-EEG/cnt_dsr.mat", "raw_hb": ["/SSD_2/pid-mcm-implementation/data/Simultaneous EEG&amp;NIRS/VP002-NIRS/cnt_dsr.mat", "/SSD_2/pid-mcm-implementation/data/Simultaneous EEG&amp;NIRS/VP002-EEG/cnt_dsr.mat"], "prepared": "/SSD_2/pid-mcm-implementation/experiments/runs/physiology_semantic_tokenizer/shared_driver_reconstruction/20260928_physiology_semantics_v1/prepared/simultaneous_eeg_nirs__VP002__cnt_dsr/motor.npz", "feature": "/SSD_2/pid-mcm-implementation/experiments/runs/physiology_semantic_tokenizer/semantic_response_discovery/20261002_v1/features/evaluation/simultaneous_eeg_nirs__VP002__cnt_dsr__motor__w1.npz", "modes": "/SSD_2/pid-mcm-implementation/experiments/runs/physiology_semantic_tokenizer/semantic_response_discovery/20261002_v1/eeg_modes/simultaneous_eeg_nirs__motor/simultaneous_eeg_nirs__VP002__cnt_dsr__motor__w1/real__fixed.npz", "response": "/SSD_2/pid-mcm-implementation/experiments/runs/physiology_semantic_tokenizer/semantic_response_discovery/20261002_v1/measured/simultaneous_eeg_nirs__VP002__cnt_dsr__motor__w1/viscoelastic_outflow/real/prefix_40.npz", "control": "/SSD_2/pid-mcm-implementation/experiments/runs/physiology_semantic_tokenizer/semantic_response_discovery/20261002_v1/measured/simultaneous_eeg_nirs__VP002__cnt_dsr__motor__w1/gain_selected/real/prefix_40.npz"}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图：/SSD_2/pid-mcm-implementation/docs/report/20261003_semantic_response_discovery_v1/figures/waveform_04_worst_components_wide.png</a:t>
            </a:r>
          </a:p>
          <a:p>
            <a:r>
              <a:t>完整图注：同一prepared Hb坐标内展示物理模型项、附加共同观测项和观测残差，并对照冻结增益控制；绿色可见前缀和金色评分区显式分开。成分命名不等于来源确证。</a:t>
            </a:r>
          </a:p>
          <a:p>
            <a:r>
              <a:t>统计：{"id": "simultaneous_eeg_nirs__VP002__cnt_dsr__motor__w1", "dataset": "simultaneous_eeg_nirs", "role": "worst", "delta": -0.5192024555427883, "paired_population": 120, "population_median_delta": 0.029939096346208505, "best_stable_nrmse": 8.410943517711846, "gain_nrmse": 7.891741062169058, "chosen_arm": "viscoelastic_outflow", "spec": {"arm": "viscoelastic_outflow", "gamma": 0.0, "gain": 0.0, "tau_n": 0.0, "tau_v": 6.0,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1.1102230246251565e-16,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8.673617379884035e-19,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"/SSD_2/pid-mcm-implementation/data/Simultaneous EEG&amp;NIRS/VP002-EEG/cnt_dsr.mat", "raw_hb": ["/SSD_2/pid-mcm-implementation/data/Simultaneous EEG&amp;NIRS/VP002-NIRS/cnt_dsr.mat", "/SSD_2/pid-mcm-implementation/data/Simultaneous EEG&amp;NIRS/VP002-EEG/cnt_dsr.mat"], "prepared": "/SSD_2/pid-mcm-implementation/experiments/runs/physiology_semantic_tokenizer/shared_driver_reconstruction/20260928_physiology_semantics_v1/prepared/simultaneous_eeg_nirs__VP002__cnt_dsr/motor.npz", "feature": "/SSD_2/pid-mcm-implementation/experiments/runs/physiology_semantic_tokenizer/semantic_response_discovery/20261002_v1/features/evaluation/simultaneous_eeg_nirs__VP002__cnt_dsr__motor__w1.npz", "modes": "/SSD_2/pid-mcm-implementation/experiments/runs/physiology_semantic_tokenizer/semantic_response_discovery/20261002_v1/eeg_modes/simultaneous_eeg_nirs__motor/simultaneous_eeg_nirs__VP002__cnt_dsr__motor__w1/real__fixed.npz", "response": "/SSD_2/pid-mcm-implementation/experiments/runs/physiology_semantic_tokenizer/semantic_response_discovery/20261002_v1/measured/simultaneous_eeg_nirs__VP002__cnt_dsr__motor__w1/viscoelastic_outflow/real/prefix_40.npz", "control": "/SSD_2/pid-mcm-implementation/experiments/runs/physiology_semantic_tokenizer/semantic_response_discovery/20261002_v1/measured/simultaneous_eeg_nirs__VP002__cnt_dsr__motor__w1/gain_selected/real/prefix_40.npz"}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图：/SSD_2/pid-mcm-implementation/docs/report/20261003_semantic_response_discovery_v1/figures/waveform_04_worst_states_wide.png</a:t>
            </a:r>
          </a:p>
          <a:p>
            <a:r>
              <a:t>完整图注：固定EEG-only驱动d与实际血管输入u显式区分；相对状态f/v/p/q以及s单列，不能与Hb直接相加。保留前缀/评分区，采用保存的拟合状态，不新增拟合。</a:t>
            </a:r>
          </a:p>
          <a:p>
            <a:r>
              <a:t>统计：{"id": "simultaneous_eeg_nirs__VP002__cnt_dsr__motor__w1", "dataset": "simultaneous_eeg_nirs", "role": "worst", "delta": -0.5192024555427883, "paired_population": 120, "population_median_delta": 0.029939096346208505, "best_stable_nrmse": 8.410943517711846, "gain_nrmse": 7.891741062169058, "chosen_arm": "viscoelastic_outflow", "spec": {"arm": "viscoelastic_outflow", "gamma": 0.0, "gain": 0.0, "tau_n": 0.0, "tau_v": 6.0,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1.1102230246251565e-16,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8.673617379884035e-19,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"/SSD_2/pid-mcm-implementation/data/Simultaneous EEG&amp;NIRS/VP002-EEG/cnt_dsr.mat", "raw_hb": ["/SSD_2/pid-mcm-implementation/data/Simultaneous EEG&amp;NIRS/VP002-NIRS/cnt_dsr.mat", "/SSD_2/pid-mcm-implementation/data/Simultaneous EEG&amp;NIRS/VP002-EEG/cnt_dsr.mat"], "prepared": "/SSD_2/pid-mcm-implementation/experiments/runs/physiology_semantic_tokenizer/shared_driver_reconstruction/20260928_physiology_semantics_v1/prepared/simultaneous_eeg_nirs__VP002__cnt_dsr/motor.npz", "feature": "/SSD_2/pid-mcm-implementation/experiments/runs/physiology_semantic_tokenizer/semantic_response_discovery/20261002_v1/features/evaluation/simultaneous_eeg_nirs__VP002__cnt_dsr__motor__w1.npz", "modes": "/SSD_2/pid-mcm-implementation/experiments/runs/physiology_semantic_tokenizer/semantic_response_discovery/20261002_v1/eeg_modes/simultaneous_eeg_nirs__motor/simultaneous_eeg_nirs__VP002__cnt_dsr__motor__w1/real__fixed.npz", "response": "/SSD_2/pid-mcm-implementation/experiments/runs/physiology_semantic_tokenizer/semantic_response_discovery/20261002_v1/measured/simultaneous_eeg_nirs__VP002__cnt_dsr__motor__w1/viscoelastic_outflow/real/prefix_40.npz", "control": "/SSD_2/pid-mcm-implementation/experiments/runs/physiology_semantic_tokenizer/semantic_response_discovery/20261002_v1/measured/simultaneous_eeg_nirs__VP002__cnt_dsr__motor__w1/gain_selected/real/prefix_40.npz"}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图：/SSD_2/pid-mcm-implementation/docs/report/20261003_semantic_response_discovery_v1/figures/waveform_04_worst_eeg_components_wide.png</a:t>
            </a:r>
          </a:p>
          <a:p>
            <a:r>
              <a:t>完整图注：从保存的EEG-only a/b与固定谱载荷，在prepared相对log-power坐标恢复贡献；观测=a贡献+b贡献+残差。示图为与原始电压相同的一条通道的五频带，全30维重构均核验。电压波形不能与这些特征贡献相加。</a:t>
            </a:r>
          </a:p>
          <a:p>
            <a:r>
              <a:t>统计：{"id": "simultaneous_eeg_nirs__VP002__cnt_dsr__motor__w1", "dataset": "simultaneous_eeg_nirs", "role": "worst", "delta": -0.5192024555427883, "paired_population": 120, "population_median_delta": 0.029939096346208505, "best_stable_nrmse": 8.410943517711846, "gain_nrmse": 7.891741062169058, "chosen_arm": "viscoelastic_outflow", "spec": {"arm": "viscoelastic_outflow", "gamma": 0.0, "gain": 0.0, "tau_n": 0.0, "tau_v": 6.0,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1.1102230246251565e-16,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8.673617379884035e-19,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"/SSD_2/pid-mcm-implementation/data/A simultaneous EEG-fNIRS dataset of the visual cognitive motivation study in healthy adults/S08/EEG/raw/S08_part1.edf", "raw_hb": ["/SSD_2/pid-mcm-implementation/data/A simultaneous EEG-fNIRS dataset of the visual cognitive motivation study in healthy adults/S08/fNIRS/S08_Part1_Probe1_Oxy.csv", "/SSD_2/pid-mcm-implementation/data/A simultaneous EEG-fNIRS dataset of the visual cognitive motivation study in healthy adults/S08/fNIRS/S08_Part1_Probe1_Deoxy.csv", "/SSD_2/pid-mcm-implementation/data/A simultaneous EEG-fNIRS dataset of the visual cognitive motivation study in healthy adults/S08/EEG/raw/S08_part1.edf"], "prepared": "/SSD_2/pid-mcm-implementation/experiments/runs/physiology_semantic_tokenizer/shared_driver_reconstruction/20260928_physiology_semantics_v1/prepared/visual_cognitive_motivation__S08__S08_Part1_Probe1/posterior.npz", "feature": "/SSD_2/pid-mcm-implementation/experiments/runs/physiology_semantic_tokenizer/semantic_response_discovery/20261002_v1/features/evaluation/visual_cognitive_motivation__S08__S08_Part1_Probe1__posterior__montage0__w0.npz", "modes": "/SSD_2/pid-mcm-implementation/experiments/runs/physiology_semantic_tokenizer/semantic_response_discovery/20261002_v1/eeg_modes/visual_cognitive_motivation__posterior/visual_cognitive_motivation__S08__S08_Part1_Probe1__posterior__montage0__w0/real__fixed.npz", "response": "/SSD_2/pid-mcm-implementation/experiments/runs/physiology_semantic_tokenizer/semantic_response_discovery/20261002_v1/measured/visual_cognitive_motivation__S08__S08_Part1_Probe1__posterior__montage0__w0/input_lowpass/real/prefix_40.npz", "control": "/SSD_2/pid-mcm-implementation/experiments/runs/physiology_semantic_tokenizer/semantic_response_discovery/20261002_v1/measured/visual_cognitive_motivation__S08__S08_Part1_Probe1__posterior__montage0__w0/gain_selected/real/prefix_40.npz"}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图：/SSD_2/pid-mcm-implementation/docs/report/20261003_semantic_response_discovery_v1/figures/waveform_05_median_native_wide.png</a:t>
            </a:r>
          </a:p>
          <a:p>
            <a:r>
              <a:t>完整图注：精确回溯本轮评价窗口。原始电压与发布Hb/光强保持各自单位；频带图展示已有局部特征变换，不把prepared称为raw。</a:t>
            </a:r>
          </a:p>
          <a:p>
            <a:r>
              <a:t>统计：{"id": "visual_cognitive_motivation__S08__S08_Part1_Probe1__posterior__montage0__w0", "dataset": "visual_cognitive_motivation", "role": "median", "delta": 0.0, "paired_population": 96, "population_median_delta": 0.0, "best_stable_nrmse": 0.19525488791927204, "gain_nrmse": 0.19525488791927204, "chosen_arm": "input_lowpass", "spec": {"arm": "input_lowpass", "gamma": 0.0, "gain": 0.0, "tau_n": 0.0, "tau_v": 0.0,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2.220446049250313e-16,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5.551115123125783e-17,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"/SSD_2/pid-mcm-implementation/data/A simultaneous EEG-fNIRS dataset of the visual cognitive motivation study in healthy adults/S08/EEG/raw/S08_part1.edf", "raw_hb": ["/SSD_2/pid-mcm-implementation/data/A simultaneous EEG-fNIRS dataset of the visual cognitive motivation study in healthy adults/S08/fNIRS/S08_Part1_Probe1_Oxy.csv", "/SSD_2/pid-mcm-implementation/data/A simultaneous EEG-fNIRS dataset of the visual cognitive motivation study in healthy adults/S08/fNIRS/S08_Part1_Probe1_Deoxy.csv", "/SSD_2/pid-mcm-implementation/data/A simultaneous EEG-fNIRS dataset of the visual cognitive motivation study in healthy adults/S08/EEG/raw/S08_part1.edf"], "prepared": "/SSD_2/pid-mcm-implementation/experiments/runs/physiology_semantic_tokenizer/shared_driver_reconstruction/20260928_physiology_semantics_v1/prepared/visual_cognitive_motivation__S08__S08_Part1_Probe1/posterior.npz", "feature": "/SSD_2/pid-mcm-implementation/experiments/runs/physiology_semantic_tokenizer/semantic_response_discovery/20261002_v1/features/evaluation/visual_cognitive_motivation__S08__S08_Part1_Probe1__posterior__montage0__w0.npz", "modes": "/SSD_2/pid-mcm-implementation/experiments/runs/physiology_semantic_tokenizer/semantic_response_discovery/20261002_v1/eeg_modes/visual_cognitive_motivation__posterior/visual_cognitive_motivation__S08__S08_Part1_Probe1__posterior__montage0__w0/real__fixed.npz", "response": "/SSD_2/pid-mcm-implementation/experiments/runs/physiology_semantic_tokenizer/semantic_response_discovery/20261002_v1/measured/visual_cognitive_motivation__S08__S08_Part1_Probe1__posterior__montage0__w0/input_lowpass/real/prefix_40.npz", "control": "/SSD_2/pid-mcm-implementation/experiments/runs/physiology_semantic_tokenizer/semantic_response_discovery/20261002_v1/measured/visual_cognitive_motivation__S08__S08_Part1_Probe1__posterior__montage0__w0/gain_selected/real/prefix_40.npz"}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图：/SSD_2/pid-mcm-implementation/docs/report/20261003_semantic_response_discovery_v1/figures/waveform_05_median_components_wide.png</a:t>
            </a:r>
          </a:p>
          <a:p>
            <a:r>
              <a:t>完整图注：同一prepared Hb坐标内展示物理模型项、附加共同观测项和观测残差，并对照冻结增益控制；绿色可见前缀和金色评分区显式分开。成分命名不等于来源确证。</a:t>
            </a:r>
          </a:p>
          <a:p>
            <a:r>
              <a:t>统计：{"id": "visual_cognitive_motivation__S08__S08_Part1_Probe1__posterior__montage0__w0", "dataset": "visual_cognitive_motivation", "role": "median", "delta": 0.0, "paired_population": 96, "population_median_delta": 0.0, "best_stable_nrmse": 0.19525488791927204, "gain_nrmse": 0.19525488791927204, "chosen_arm": "input_lowpass", "spec": {"arm": "input_lowpass", "gamma": 0.0, "gain": 0.0, "tau_n": 0.0, "tau_v": 0.0,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2.220446049250313e-16,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5.551115123125783e-17,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"/SSD_2/pid-mcm-implementation/data/A simultaneous EEG-fNIRS dataset of the visual cognitive motivation study in healthy adults/S08/EEG/raw/S08_part1.edf", "raw_hb": ["/SSD_2/pid-mcm-implementation/data/A simultaneous EEG-fNIRS dataset of the visual cognitive motivation study in healthy adults/S08/fNIRS/S08_Part1_Probe1_Oxy.csv", "/SSD_2/pid-mcm-implementation/data/A simultaneous EEG-fNIRS dataset of the visual cognitive motivation study in healthy adults/S08/fNIRS/S08_Part1_Probe1_Deoxy.csv", "/SSD_2/pid-mcm-implementation/data/A simultaneous EEG-fNIRS dataset of the visual cognitive motivation study in healthy adults/S08/EEG/raw/S08_part1.edf"], "prepared": "/SSD_2/pid-mcm-implementation/experiments/runs/physiology_semantic_tokenizer/shared_driver_reconstruction/20260928_physiology_semantics_v1/prepared/visual_cognitive_motivation__S08__S08_Part1_Probe1/posterior.npz", "feature": "/SSD_2/pid-mcm-implementation/experiments/runs/physiology_semantic_tokenizer/semantic_response_discovery/20261002_v1/features/evaluation/visual_cognitive_motivation__S08__S08_Part1_Probe1__posterior__montage0__w0.npz", "modes": "/SSD_2/pid-mcm-implementation/experiments/runs/physiology_semantic_tokenizer/semantic_response_discovery/20261002_v1/eeg_modes/visual_cognitive_motivation__posterior/visual_cognitive_motivation__S08__S08_Part1_Probe1__posterior__montage0__w0/real__fixed.npz", "response": "/SSD_2/pid-mcm-implementation/experiments/runs/physiology_semantic_tokenizer/semantic_response_discovery/20261002_v1/measured/visual_cognitive_motivation__S08__S08_Part1_Probe1__posterior__montage0__w0/input_lowpass/real/prefix_40.npz", "control": "/SSD_2/pid-mcm-implementation/experiments/runs/physiology_semantic_tokenizer/semantic_response_discovery/20261002_v1/measured/visual_cognitive_motivation__S08__S08_Part1_Probe1__posterior__montage0__w0/gain_selected/real/prefix_40.npz"}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图：/SSD_2/pid-mcm-implementation/docs/report/20261003_semantic_response_discovery_v1/figures/waveform_05_median_states_wide.png</a:t>
            </a:r>
          </a:p>
          <a:p>
            <a:r>
              <a:t>完整图注：固定EEG-only驱动d与实际血管输入u显式区分；相对状态f/v/p/q以及s单列，不能与Hb直接相加。保留前缀/评分区，采用保存的拟合状态，不新增拟合。</a:t>
            </a:r>
          </a:p>
          <a:p>
            <a:r>
              <a:t>统计：{"id": "visual_cognitive_motivation__S08__S08_Part1_Probe1__posterior__montage0__w0", "dataset": "visual_cognitive_motivation", "role": "median", "delta": 0.0, "paired_population": 96, "population_median_delta": 0.0, "best_stable_nrmse": 0.19525488791927204, "gain_nrmse": 0.19525488791927204, "chosen_arm": "input_lowpass", "spec": {"arm": "input_lowpass", "gamma": 0.0, "gain": 0.0, "tau_n": 0.0, "tau_v": 0.0,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2.220446049250313e-16,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5.551115123125783e-17,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"/SSD_2/pid-mcm-implementation/data/A simultaneous EEG-fNIRS dataset of the visual cognitive motivation study in healthy adults/S08/EEG/raw/S08_part1.edf", "raw_hb": ["/SSD_2/pid-mcm-implementation/data/A simultaneous EEG-fNIRS dataset of the visual cognitive motivation study in healthy adults/S08/fNIRS/S08_Part1_Probe1_Oxy.csv", "/SSD_2/pid-mcm-implementation/data/A simultaneous EEG-fNIRS dataset of the visual cognitive motivation study in healthy adults/S08/fNIRS/S08_Part1_Probe1_Deoxy.csv", "/SSD_2/pid-mcm-implementation/data/A simultaneous EEG-fNIRS dataset of the visual cognitive motivation study in healthy adults/S08/EEG/raw/S08_part1.edf"], "prepared": "/SSD_2/pid-mcm-implementation/experiments/runs/physiology_semantic_tokenizer/shared_driver_reconstruction/20260928_physiology_semantics_v1/prepared/visual_cognitive_motivation__S08__S08_Part1_Probe1/posterior.npz", "feature": "/SSD_2/pid-mcm-implementation/experiments/runs/physiology_semantic_tokenizer/semantic_response_discovery/20261002_v1/features/evaluation/visual_cognitive_motivation__S08__S08_Part1_Probe1__posterior__montage0__w0.npz", "modes": "/SSD_2/pid-mcm-implementation/experiments/runs/physiology_semantic_tokenizer/semantic_response_discovery/20261002_v1/eeg_modes/visual_cognitive_motivation__posterior/visual_cognitive_motivation__S08__S08_Part1_Probe1__posterior__montage0__w0/real__fixed.npz", "response": "/SSD_2/pid-mcm-implementation/experiments/runs/physiology_semantic_tokenizer/semantic_response_discovery/20261002_v1/measured/visual_cognitive_motivation__S08__S08_Part1_Probe1__posterior__montage0__w0/input_lowpass/real/prefix_40.npz", "control": "/SSD_2/pid-mcm-implementation/experiments/runs/physiology_semantic_tokenizer/semantic_response_discovery/20261002_v1/measured/visual_cognitive_motivation__S08__S08_Part1_Probe1__posterior__montage0__w0/gain_selected/real/prefix_40.npz"}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图：/SSD_2/pid-mcm-implementation/docs/report/20261003_semantic_response_discovery_v1/figures/waveform_05_median_eeg_components_wide.png</a:t>
            </a:r>
          </a:p>
          <a:p>
            <a:r>
              <a:t>完整图注：从保存的EEG-only a/b与固定谱载荷，在prepared相对log-power坐标恢复贡献；观测=a贡献+b贡献+残差。示图为与原始电压相同的一条通道的五频带，全30维重构均核验。电压波形不能与这些特征贡献相加。</a:t>
            </a:r>
          </a:p>
          <a:p>
            <a:r>
              <a:t>统计：{"id": "visual_cognitive_motivation__S08__S08_Part1_Probe1__posterior__montage0__w0", "dataset": "visual_cognitive_motivation", "role": "median", "delta": 0.0, "paired_population": 96, "population_median_delta": 0.0, "best_stable_nrmse": 0.19525488791927204, "gain_nrmse": 0.19525488791927204, "chosen_arm": "input_lowpass", "spec": {"arm": "input_lowpass", "gamma": 0.0, "gain": 0.0, "tau_n": 0.0, "tau_v": 0.0,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2.220446049250313e-16, "rtol": 1e-10, "atol": 1e-10, "passed": true}, "prepared_EEG_equals_a_plus_b_plus_residual": {"max_absolute_error": 4.440892098500626e-16,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5.551115123125783e-17,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"/SSD_2/pid-mcm-implementation/data/A simultaneous EEG-fNIRS dataset of the visual cognitive motivation study in healthy adults/S08/EEG/raw/S08_part1.edf", "raw_hb": ["/SSD_2/pid-mcm-implementation/data/A simultaneous EEG-fNIRS dataset of the visual cognitive motivation study in healthy adults/S08/fNIRS/S08_Part1_Probe1_Oxy.csv", "/SSD_2/pid-mcm-implementation/data/A simultaneous EEG-fNIRS dataset of the visual cognitive motivation study in healthy adults/S08/fNIRS/S08_Part1_Probe1_Deoxy.csv", "/SSD_2/pid-mcm-implementation/data/A simultaneous EEG-fNIRS dataset of the visual cognitive motivation study in healthy adults/S08/EEG/raw/S08_part1.edf"], "prepared": "/SSD_2/pid-mcm-implementation/experiments/runs/physiology_semantic_tokenizer/shared_driver_reconstruction/20260928_physiology_semantics_v1/prepared/visual_cognitive_motivation__S08__S08_Part1_Probe1/motor.npz", "feature": "/SSD_2/pid-mcm-implementation/experiments/runs/physiology_semantic_tokenizer/semantic_response_discovery/20261002_v1/features/evaluation/visual_cognitive_motivation__S08__S08_Part1_Probe1__motor__w37.npz", "modes": "/SSD_2/pid-mcm-implementation/experiments/runs/physiology_semantic_tokenizer/semantic_response_discovery/20261002_v1/eeg_modes/visual_cognitive_motivation__motor/visual_cognitive_motivation__S08__S08_Part1_Probe1__motor__w37/real__fixed.npz", "response": "/SSD_2/pid-mcm-implementation/experiments/runs/physiology_semantic_tokenizer/semantic_response_discovery/20261002_v1/measured/visual_cognitive_motivation__S08__S08_Part1_Probe1__motor__w37/input_lowpass/real/prefix_40.npz", "control": "/SSD_2/pid-mcm-implementation/experiments/runs/physiology_semantic_tokenizer/semantic_response_discovery/20261002_v1/measured/visual_cognitive_motivation__S08__S08_Part1_Probe1__motor__w37/gain_selected/real/prefix_40.npz"}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图：/SSD_2/pid-mcm-implementation/docs/report/20261003_semantic_response_discovery_v1/figures/waveform_06_worst_native_wide.png</a:t>
            </a:r>
          </a:p>
          <a:p>
            <a:r>
              <a:t>完整图注：精确回溯本轮评价窗口。原始电压与发布Hb/光强保持各自单位；频带图展示已有局部特征变换，不把prepared称为raw。</a:t>
            </a:r>
          </a:p>
          <a:p>
            <a:r>
              <a:t>统计：{"id": "visual_cognitive_motivation__S08__S08_Part1_Probe1__motor__w37", "dataset": "visual_cognitive_motivation", "role": "worst", "delta": -0.12266530509449902, "paired_population": 96, "population_median_delta": 0.0, "best_stable_nrmse": 1.2952794068701692, "gain_nrmse": 1.1726141017756702, "chosen_arm": "input_lowpass", "spec": {"arm": "input_lowpass", "gamma": 0.0, "gain": 0.5, "tau_n": 0.5, "tau_v": 0.0,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4.440892098500626e-16, "rtol": 1e-10, "atol": 1e-10, "passed": true}, "prepared_EEG_equals_a_plus_b_plus_residual": {"max_absolute_error": 8.881784197001252e-16,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8.326672684688674e-17,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"/SSD_2/pid-mcm-implementation/data/A simultaneous EEG-fNIRS dataset of the visual cognitive motivation study in healthy adults/S08/EEG/raw/S08_part1.edf", "raw_hb": ["/SSD_2/pid-mcm-implementation/data/A simultaneous EEG-fNIRS dataset of the visual cognitive motivation study in healthy adults/S08/fNIRS/S08_Part1_Probe1_Oxy.csv", "/SSD_2/pid-mcm-implementation/data/A simultaneous EEG-fNIRS dataset of the visual cognitive motivation study in healthy adults/S08/fNIRS/S08_Part1_Probe1_Deoxy.csv", "/SSD_2/pid-mcm-implementation/data/A simultaneous EEG-fNIRS dataset of the visual cognitive motivation study in healthy adults/S08/EEG/raw/S08_part1.edf"], "prepared": "/SSD_2/pid-mcm-implementation/experiments/runs/physiology_semantic_tokenizer/shared_driver_reconstruction/20260928_physiology_semantics_v1/prepared/visual_cognitive_motivation__S08__S08_Part1_Probe1/motor.npz", "feature": "/SSD_2/pid-mcm-implementation/experiments/runs/physiology_semantic_tokenizer/semantic_response_discovery/20261002_v1/features/evaluation/visual_cognitive_motivation__S08__S08_Part1_Probe1__motor__w37.npz", "modes": "/SSD_2/pid-mcm-implementation/experiments/runs/physiology_semantic_tokenizer/semantic_response_discovery/20261002_v1/eeg_modes/visual_cognitive_motivation__motor/visual_cognitive_motivation__S08__S08_Part1_Probe1__motor__w37/real__fixed.npz", "response": "/SSD_2/pid-mcm-implementation/experiments/runs/physiology_semantic_tokenizer/semantic_response_discovery/20261002_v1/measured/visual_cognitive_motivation__S08__S08_Part1_Probe1__motor__w37/input_lowpass/real/prefix_40.npz", "control": "/SSD_2/pid-mcm-implementation/experiments/runs/physiology_semantic_tokenizer/semantic_response_discovery/20261002_v1/measured/visual_cognitive_motivation__S08__S08_Part1_Probe1__motor__w37/gain_selected/real/prefix_40.npz"}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图：/SSD_2/pid-mcm-implementation/docs/report/20261003_semantic_response_discovery_v1/figures/waveform_06_worst_components_wide.png</a:t>
            </a:r>
          </a:p>
          <a:p>
            <a:r>
              <a:t>完整图注：同一prepared Hb坐标内展示物理模型项、附加共同观测项和观测残差，并对照冻结增益控制；绿色可见前缀和金色评分区显式分开。成分命名不等于来源确证。</a:t>
            </a:r>
          </a:p>
          <a:p>
            <a:r>
              <a:t>统计：{"id": "visual_cognitive_motivation__S08__S08_Part1_Probe1__motor__w37", "dataset": "visual_cognitive_motivation", "role": "worst", "delta": -0.12266530509449902, "paired_population": 96, "population_median_delta": 0.0, "best_stable_nrmse": 1.2952794068701692, "gain_nrmse": 1.1726141017756702, "chosen_arm": "input_lowpass", "spec": {"arm": "input_lowpass", "gamma": 0.0, "gain": 0.5, "tau_n": 0.5, "tau_v": 0.0,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4.440892098500626e-16, "rtol": 1e-10, "atol": 1e-10, "passed": true}, "prepared_EEG_equals_a_plus_b_plus_residual": {"max_absolute_error": 8.881784197001252e-16,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8.326672684688674e-17,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"/SSD_2/pid-mcm-implementation/data/A simultaneous EEG-fNIRS dataset of the visual cognitive motivation study in healthy adults/S08/EEG/raw/S08_part1.edf", "raw_hb": ["/SSD_2/pid-mcm-implementation/data/A simultaneous EEG-fNIRS dataset of the visual cognitive motivation study in healthy adults/S08/fNIRS/S08_Part1_Probe1_Oxy.csv", "/SSD_2/pid-mcm-implementation/data/A simultaneous EEG-fNIRS dataset of the visual cognitive motivation study in healthy adults/S08/fNIRS/S08_Part1_Probe1_Deoxy.csv", "/SSD_2/pid-mcm-implementation/data/A simultaneous EEG-fNIRS dataset of the visual cognitive motivation study in healthy adults/S08/EEG/raw/S08_part1.edf"], "prepared": "/SSD_2/pid-mcm-implementation/experiments/runs/physiology_semantic_tokenizer/shared_driver_reconstruction/20260928_physiology_semantics_v1/prepared/visual_cognitive_motivation__S08__S08_Part1_Probe1/motor.npz", "feature": "/SSD_2/pid-mcm-implementation/experiments/runs/physiology_semantic_tokenizer/semantic_response_discovery/20261002_v1/features/evaluation/visual_cognitive_motivation__S08__S08_Part1_Probe1__motor__w37.npz", "modes": "/SSD_2/pid-mcm-implementation/experiments/runs/physiology_semantic_tokenizer/semantic_response_discovery/20261002_v1/eeg_modes/visual_cognitive_motivation__motor/visual_cognitive_motivation__S08__S08_Part1_Probe1__motor__w37/real__fixed.npz", "response": "/SSD_2/pid-mcm-implementation/experiments/runs/physiology_semantic_tokenizer/semantic_response_discovery/20261002_v1/measured/visual_cognitive_motivation__S08__S08_Part1_Probe1__motor__w37/input_lowpass/real/prefix_40.npz", "control": "/SSD_2/pid-mcm-implementation/experiments/runs/physiology_semantic_tokenizer/semantic_response_discovery/20261002_v1/measured/visual_cognitive_motivation__S08__S08_Part1_Probe1__motor__w37/gain_selected/real/prefix_40.npz"}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图：/SSD_2/pid-mcm-implementation/docs/report/20261003_semantic_response_discovery_v1/figures/waveform_06_worst_states_wide.png</a:t>
            </a:r>
          </a:p>
          <a:p>
            <a:r>
              <a:t>完整图注：固定EEG-only驱动d与实际血管输入u显式区分；相对状态f/v/p/q以及s单列，不能与Hb直接相加。保留前缀/评分区，采用保存的拟合状态，不新增拟合。</a:t>
            </a:r>
          </a:p>
          <a:p>
            <a:r>
              <a:t>统计：{"id": "visual_cognitive_motivation__S08__S08_Part1_Probe1__motor__w37", "dataset": "visual_cognitive_motivation", "role": "worst", "delta": -0.12266530509449902, "paired_population": 96, "population_median_delta": 0.0, "best_stable_nrmse": 1.2952794068701692, "gain_nrmse": 1.1726141017756702, "chosen_arm": "input_lowpass", "spec": {"arm": "input_lowpass", "gamma": 0.0, "gain": 0.5, "tau_n": 0.5, "tau_v": 0.0,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4.440892098500626e-16, "rtol": 1e-10, "atol": 1e-10, "passed": true}, "prepared_EEG_equals_a_plus_b_plus_residual": {"max_absolute_error": 8.881784197001252e-16,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8.326672684688674e-17,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证据：{"raw_eeg": "/SSD_2/pid-mcm-implementation/data/A simultaneous EEG-fNIRS dataset of the visual cognitive motivation study in healthy adults/S08/EEG/raw/S08_part1.edf", "raw_hb": ["/SSD_2/pid-mcm-implementation/data/A simultaneous EEG-fNIRS dataset of the visual cognitive motivation study in healthy adults/S08/fNIRS/S08_Part1_Probe1_Oxy.csv", "/SSD_2/pid-mcm-implementation/data/A simultaneous EEG-fNIRS dataset of the visual cognitive motivation study in healthy adults/S08/fNIRS/S08_Part1_Probe1_Deoxy.csv", "/SSD_2/pid-mcm-implementation/data/A simultaneous EEG-fNIRS dataset of the visual cognitive motivation study in healthy adults/S08/EEG/raw/S08_part1.edf"], "prepared": "/SSD_2/pid-mcm-implementation/experiments/runs/physiology_semantic_tokenizer/shared_driver_reconstruction/20260928_physiology_semantics_v1/prepared/visual_cognitive_motivation__S08__S08_Part1_Probe1/motor.npz", "feature": "/SSD_2/pid-mcm-implementation/experiments/runs/physiology_semantic_tokenizer/semantic_response_discovery/20261002_v1/features/evaluation/visual_cognitive_motivation__S08__S08_Part1_Probe1__motor__w37.npz", "modes": "/SSD_2/pid-mcm-implementation/experiments/runs/physiology_semantic_tokenizer/semantic_response_discovery/20261002_v1/eeg_modes/visual_cognitive_motivation__motor/visual_cognitive_motivation__S08__S08_Part1_Probe1__motor__w37/real__fixed.npz", "response": "/SSD_2/pid-mcm-implementation/experiments/runs/physiology_semantic_tokenizer/semantic_response_discovery/20261002_v1/measured/visual_cognitive_motivation__S08__S08_Part1_Probe1__motor__w37/input_lowpass/real/prefix_40.npz", "control": "/SSD_2/pid-mcm-implementation/experiments/runs/physiology_semantic_tokenizer/semantic_response_discovery/20261002_v1/measured/visual_cognitive_motivation__S08__S08_Part1_Probe1__motor__w37/gain_selected/real/prefix_40.npz"}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图：/SSD_2/pid-mcm-implementation/docs/report/20261003_semantic_response_discovery_v1/figures/waveform_06_worst_eeg_components_wide.png</a:t>
            </a:r>
          </a:p>
          <a:p>
            <a:r>
              <a:t>完整图注：从保存的EEG-only a/b与固定谱载荷，在prepared相对log-power坐标恢复贡献；观测=a贡献+b贡献+残差。示图为与原始电压相同的一条通道的五频带，全30维重构均核验。电压波形不能与这些特征贡献相加。</a:t>
            </a:r>
          </a:p>
          <a:p>
            <a:r>
              <a:t>统计：{"id": "visual_cognitive_motivation__S08__S08_Part1_Probe1__motor__w37", "dataset": "visual_cognitive_motivation", "role": "worst", "delta": -0.12266530509449902, "paired_population": 96, "population_median_delta": 0.0, "best_stable_nrmse": 1.2952794068701692, "gain_nrmse": 1.1726141017756702, "chosen_arm": "input_lowpass", "spec": {"arm": "input_lowpass", "gamma": 0.0, "gain": 0.5, "tau_n": 0.5, "tau_v": 0.0, "random_seed": null, "initial_mode": "tied_pv_logprior"}, "numerical_checks": {"raw_to_prepared_eeg": {"max_absolute_error": 0.0, "rtol": 1e-10, "atol": 1e-10, "passed": true}, "raw_to_prepared_hb": {"max_absolute_error": 0.0, "rtol": 1e-10, "atol": 1e-10, "passed": true}, "prepared_to_scaled_eeg": {"max_absolute_error": 0.0, "rtol": 1e-10, "atol": 1e-10, "passed": true}, "prepared_to_scaled_hb": {"max_absolute_error": 0.0, "rtol": 1e-10, "atol": 1e-10, "passed": true}, "physical_plus_common_equals_prediction": {"max_absolute_error": 0.0, "rtol": 1e-10, "atol": 1e-10, "passed": true}, "common_basis_reconstruction": {"max_absolute_error": 0.0, "rtol": 1e-10, "atol": 1e-10, "passed": true}, "states_to_physical_hb": {"max_absolute_error": 0.0, "rtol": 1e-10, "atol": 1e-10, "passed": true}, "retained_feature_modes_match_EEG_cache": {"max_absolute_error": 0.0, "rtol": 1e-10, "atol": 1e-10, "passed": true}, "EEG_a_plus_b_equals_retained_prediction": {"max_absolute_error": 4.440892098500626e-16, "rtol": 1e-10, "atol": 1e-10, "passed": true}, "prepared_EEG_equals_a_plus_b_plus_residual": {"max_absolute_error": 8.881784197001252e-16, "rtol": 1e-10, "atol": 1e-10, "passed": true}, "eeg_modes_to_driver": {"max_absolute_error": 0.0, "rtol": 1e-10, "atol": 1e-10, "passed": true}, "retained_nrmse_recomputed": {"max_absolute_error": 0.0, "rtol": 1e-10, "atol": 1e-10, "passed": true}, "prepared_equals_physical_plus_common_plus_observation_residual": {"max_absolute_error": 8.326672684688674e-17, "rtol": 1e-10, "atol": 1e-10, "passed": true}}}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证据：semantic_response_ssm.py; waveform_provenance.json; docs/METHOD_RATIONALE.md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证据：src/tokenizers/semantic_response_tokenizer.py: _ModalityBranch / response_loss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图：/SSD_2/pid-mcm-implementation/docs/report/20261003_semantic_response_discovery_v1/figures/method_tokenizer.png</a:t>
            </a:r>
          </a:p>
          <a:p>
            <a:r>
              <a:t>完整图注：解码器是非线性联合解码；S 与 O 不是可直接相加的“神经波形”和“噪声波形”。</a:t>
            </a:r>
          </a:p>
          <a:p>
            <a:r>
              <a:t>统计：{}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证据：semantic_response_tokenizer.py: token_metadata / export_tokens; synthetic prepared manifest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证据：tokenizer/summary.json; resolved_config.json: tokenizer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证据：train_semantic_response_tokenizer.py: semantic_predictions / fit / calibrate / uncertainty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证据：tokenizer/prepared/*/*.json; tokenizer/summary.json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证据：resolved_config.json: tokenizer.evaluation_scenarios; semantic_response_synthetic.py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证据：resolved_config.json: tokenizer.evaluation_scenarios; semantic_response_synthetic.py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证据：["tokenizer/summary.json:fits[].history"]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图：/SSD_2/pid-mcm-implementation/docs/report/20261003_semantic_response_discovery_v1/figures/quant_09_tokenizer_training_curves.png</a:t>
            </a:r>
          </a:p>
          <a:p>
            <a:r>
              <a:t>完整图注：12次拟合全部完成，每模型458168参数，512个训练base与128个选择base。实线为选择loss，虚线为训练loss，点为选定epoch。不同臂的损失定义不同，图用于检查训练和选择过程，不据此比较跨臂的语义优越性。</a:t>
            </a:r>
          </a:p>
          <a:p>
            <a:r>
              <a:t>统计：[{"arm": "observation_only_capacity_matched", "seed": 101, "completed_epochs": 160, "best_epoch": 159, "best_selection_loss": 0.0638249582843855, "parameter_count": 458168, "train_base_ids": 512, "selection_base_ids": 128}, {"arm": "observation_only_capacity_matched", "seed": 202, "completed_epochs": 65, "best_epoch": 45, "best_selection_loss": 0.06623105041217059, "parameter_count": 458168, "train_base_ids": 512, "selection_base_ids": 128}, {"arm": "observation_only_capacity_matched", "seed": 303, "completed_epochs": 160, "best_epoch": 160, "best_selection_loss": 0.05869121360592544, "parameter_count": 458168, "train_base_ids": 512, "selection_base_ids": 128}, {"arm": "point_restricted_generator", "seed": 101, "completed_epochs": 117, "best_epoch": 97, "best_selection_loss": 0.08423449820838869, "parameter_count": 458168, "train_base_ids": 512, "selection_base_ids": 128}, {"arm": "point_restricted_generator", "seed": 202, "completed_epochs": 106, "best_epoch": 86, "best_selection_loss": 0.08404504298232496, "parameter_count": 458168, "train_base_ids": 512, "selection_base_ids": 128}, {"arm": "point_restricted_generator", "seed": 303, "completed_epochs": 120, "best_epoch": 100, "best_selection_loss": 0.08366888668388128, "parameter_count": 458168, "train_base_ids": 512, "selection_base_ids": 128}, {"arm": "point_randomized_generator", "seed": 101, "completed_epochs": 33, "best_epoch": 13, "best_selection_loss": 0.22036256780847907, "parameter_count": 458168, "train_base_ids": 512, "selection_base_ids": 128}, {"arm": "point_randomized_generator", "seed": 202, "completed_epochs": 31, "best_epoch": 11, "best_selection_loss": 0.22117285057902336, "parameter_count": 458168, "train_base_ids": 512, "selection_base_ids": 128}, {"arm": "point_randomized_generator", "seed": 303, "completed_epochs": 27, "best_epoch": 7, "best_selection_loss": 0.2216006275266409, "parameter_count": 458168, "train_base_ids": 512, "selection_base_ids": 128}, {"arm": "distribution_randomized_generator", "seed": 101, "completed_epochs": 65, "best_epoch": 45, "best_selection_loss": -2.2915754672139883, "parameter_count": 458168, "train_base_ids": 512, "selection_base_ids": 128}, {"arm": "distribution_randomized_generator", "seed": 202, "completed_epochs": 47, "best_epoch": 27, "best_selection_loss": -2.295518271625042, "parameter_count": 458168, "train_base_ids": 512, "selection_base_ids": 128}, {"arm": "distribution_randomized_generator", "seed": 303, "completed_epochs": 43, "best_epoch": 23, "best_selection_loss": -2.281957346946001, "parameter_count": 458168, "train_base_ids": 512, "selection_base_ids": 128}]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证据：["tokenizer/scenario_variant_seed_summary.csv"]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图：/SSD_2/pid-mcm-implementation/docs/report/20261003_semantic_response_discovery_v1/figures/quant_10_tokenizer_control_heatmaps_readable.png</a:t>
            </a:r>
          </a:p>
          <a:p>
            <a:r>
              <a:t>完整图注：每格是同一256个base身份上三个优化种子的形状RMSE均值；两个变体分开汇总、全图与配套图共用色标。图聚焦三个端到端语义监督原型；纯观测臂另以冻结重建表征+训练真值拟合线性readout评价，见四臂图，并非其原始未监督S头。随机分布原型的基准EEG/Hb形状RMSE为0.0433/0.0971。</a:t>
            </a:r>
          </a:p>
          <a:p>
            <a:r>
              <a:t>统计：[{"arm": "point_restricted_generator", "modality": "eeg", "scenario": "baseline",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"baseline",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"baseline",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"true_a_amplitude",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"true_a_amplitude",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"true_a_amplitude",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"true_a_shape",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"true_a_shape",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"true_a_shape",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"feature_gain_only",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"feature_gain_only",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"feature_gain_only",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"Hb_gain_only",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"Hb_gain_only",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"Hb_gain_only",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"common_Hb",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"common_Hb",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"common_Hb",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"tau_change",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"tau_change",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"tau_change",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"initial_change",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"initial_change",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"initial_change",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"non_dct_impulse",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"non_dct_impulse",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"non_dct_impulse",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"ou_drive",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"ou_drive",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"ou_drive",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"time_varying_feature_gain",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"time_varying_feature_gain",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"time_varying_feature_gain",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"rotated_spectral_mixture",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"rotated_spectral_mixture",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"rotated_spectral_mixture",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"correlated_Hb_component",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"correlated_Hb_component",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"correlated_Hb_component",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"input_lowpass",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"input_lowpass",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"input_lowpass",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"viscoelastic_outflow",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"viscoelastic_outflow",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"viscoelastic_outflow",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"alternative_hrf",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"alternative_hrf",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"alternative_hrf",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"independent_Hb_drive",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"independent_Hb_drive",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"independent_Hb_drive",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"no_coupling",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"no_coupling",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"no_coupling",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"exact_eeg_alias",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"exact_eeg_alias",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"exact_eeg_alias",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"exact_joint_alias", "variant": "control",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"exact_joint_alias", "variant": "control",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"exact_joint_alias", "variant": "control",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"hb", "scenario": "baseline",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"baseline",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"baseline",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"true_a_amplitude",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"true_a_amplitude",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"true_a_amplitude",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"true_a_shape",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"true_a_shape",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"true_a_shape",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"feature_gain_only",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"feature_gain_only",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"feature_gain_only",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"Hb_gain_only",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"Hb_gain_only",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"Hb_gain_only",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"common_Hb",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"common_Hb",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"common_Hb",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"tau_change",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"tau_change",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"tau_change",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"initial_change",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"initial_change",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"initial_change",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"non_dct_impulse",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"non_dct_impulse",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"non_dct_impulse",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"ou_drive",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"ou_drive",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"ou_drive",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"time_varying_feature_gain",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"time_varying_feature_gain",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"time_varying_feature_gain",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"rotated_spectral_mixture",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"rotated_spectral_mixture",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"rotated_spectral_mixture",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"correlated_Hb_component",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"correlated_Hb_component",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"correlated_Hb_component",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"input_lowpass",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"input_lowpass",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"input_lowpass",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"viscoelastic_outflow",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"viscoelastic_outflow",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"viscoelastic_outflow",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"alternative_hrf",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"alternative_hrf",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"alternative_hrf",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"independent_Hb_drive",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"independent_Hb_drive",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"independent_Hb_drive",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"no_coupling",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"no_coupling",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"no_coupling",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"exact_eeg_alias",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"exact_eeg_alias",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"exact_eeg_alias",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"exact_joint_alias", "variant": "control",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"exact_joint_alias", "variant": "control",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"exact_joint_alias", "variant": "control",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证据：["tokenizer/scenario_variant_seed_summary.csv"]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图：/SSD_2/pid-mcm-implementation/docs/report/20261003_semantic_response_discovery_v1/figures/quant_11_tokenizer_intervention_heatmaps_readable.png</a:t>
            </a:r>
          </a:p>
          <a:p>
            <a:r>
              <a:t>完整图注：每格是同一256个base身份上三个优化种子的形状RMSE均值；两个变体分开汇总、全图与配套图共用色标。图聚焦三个端到端语义监督原型；纯观测臂另以冻结重建表征+训练真值拟合线性readout评价，见四臂图，并非其原始未监督S头。随机分布原型的未见脉冲干预EEG/Hb形状RMSE升至1.0174/1.0815。</a:t>
            </a:r>
          </a:p>
          <a:p>
            <a:r>
              <a:t>统计：[{"arm": "point_restricted_generator", "modality": "eeg",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"true_a_amplitude",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0.0551428989875512, "shape_rmse_seed_min": 0.0533561050241824, "shape_rmse_seed_max": 0.0580983898280863, "log_amplitude_squared_error_seed_mean": 0.0961419643862333, "log_amplitude_squared_error_seed_min": 0.0916146608271654, "log_amplitude_squared_error_seed_max": 0.0986667768747677, "source_rmse_seed_mean": 0.0143102117800623, "source_rmse_seed_min": 0.0141965286848986, "source_rmse_seed_max": 0.0145274973348643, "shape_crps_seed_mean": 0.0333675142796083, "shape_crps_seed_min": 0.0323937116893527, "shape_crps_seed_max": 0.0352895817016663, "shape_nll_seed_mean": -1.04944298805462, "shape_nll_seed_min": -1.1052073292356606, "shape_nll_seed_max": -1.003084336721804, "log_amplitude_crps_seed_mean": 0.201516971604177, "log_amplitude_crps_seed_min": 0.1961356292835311, "log_amplitude_crps_seed_max": 0.204892365835262, "log_amplitude_nll_seed_mean": 1.6295002426858451, "log_amplitude_nll_seed_min": 1.5021819079797076, "log_amplitude_nll_seed_max": 1.7369607415646084, "reconstruction_mse_seed_mean": 0.1055742144390558, "reconstruction_mse_seed_min": 0.104622059111738, "reconstruction_mse_seed_max": 0.107044415798458, "reconstruction_native_mse_seed_mean": 4.123923785524943e-06, "reconstruction_native_mse_seed_min": 4.080347034228599e-06, "reconstruction_native_mse_seed_max": 4.17409764660953e-06,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0.5105577256944445, "shape_coverage_50_seed_min": 0.4913736979166666, "shape_coverage_50_seed_max": 0.5250325520833333, "shape_width_50_seed_mean": 0.0624313317239284, "shape_width_50_seed_min": 0.0599005073308944, "shape_width_50_seed_max": 0.0673668161034584, "log_amplitude_coverage_50_seed_mean": 0.1796875, "log_amplitude_coverage_50_seed_min": 0.1640625, "log_amplitude_coverage_50_seed_max": 0.1953125, "log_amplitude_width_50_seed_mean": 0.1790095567703247, "log_amplitude_width_50_seed_min": 0.1776230931282043, "log_amplitude_width_50_seed_max": 0.1804637610912323, "shape_coverage_80_seed_mean": 0.7684461805555557, "shape_coverage_80_seed_min": 0.7578776041666666, "shape_coverage_80_seed_max": 0.7763020833333334, "shape_width_80_seed_mean": 0.1186214809616406, "shape_width_80_seed_min": 0.1138128340244293, "shape_width_80_seed_max": 0.1279990524053573, "log_amplitude_coverage_80_seed_mean": 0.3489583333333333, "log_amplitude_coverage_80_seed_min": 0.3359375, "log_amplitude_coverage_80_seed_max": 0.359375, "log_amplitude_width_80_seed_mean": 0.3401237626870473, "log_amplitude_width_80_seed_min": 0.3374894559383392, "log_amplitude_width_80_seed_max": 0.3428868055343628, "shape_coverage_95_seed_mean": 0.8956705729166666, "shape_coverage_95_seed_min": 0.8936197916666666, "shape_coverage_95_seed_max": 0.8992513020833333, "shape_width_95_seed_mean": 0.1814159005880355, "shape_width_95_seed_min": 0.1740617156028747, "shape_width_95_seed_max": 0.195757657289505, "log_amplitude_coverage_95_seed_mean": 0.5494791666666666, "log_amplitude_coverage_95_seed_min": 0.54296875, "log_amplitude_coverage_95_seed_max": 0.5546875, "log_amplitude_width_95_seed_mean": 0.5201744039853414, "log_amplitude_width_95_seed_min": 0.5161455869674683, "log_amplitude_width_95_seed_max": 0.5244001150131226}, {"arm": "point_randomized_generator", "modality": "eeg", "scenario": "true_a_amplitude",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0.079003350242871, "shape_rmse_seed_min": 0.0752245623530041, "shape_rmse_seed_max": 0.0825237348621521, "log_amplitude_squared_error_seed_mean": 0.124990327603148, "log_amplitude_squared_error_seed_min": 0.1164432315860042, "log_amplitude_squared_error_seed_max": 0.1383296733526453, "source_rmse_seed_mean": 0.0160257550192319, "source_rmse_seed_min": 0.0153269640746696, "source_rmse_seed_max": 0.0167166501755975, "shape_crps_seed_mean": 0.0469442757376883, "shape_crps_seed_min": 0.0447662447658634, "shape_crps_seed_max": 0.0493900007446427, "shape_nll_seed_mean": -0.9562982205922405, "shape_nll_seed_min": -1.009835269069299, "shape_nll_seed_max": -0.8841592057258822, "log_amplitude_crps_seed_mean": 0.2139517963174832, "log_amplitude_crps_seed_min": 0.2049205666544654, "log_amplitude_crps_seed_max": 0.2291050680487734, "log_amplitude_nll_seed_mean": 0.6029906001495544, "log_amplitude_nll_seed_min": 0.5307889625579605, "log_amplitude_nll_seed_max": 0.7246418584264922, "reconstruction_mse_seed_mean": 0.0817695359769818, "reconstruction_mse_seed_min": 0.0765327183947727, "reconstruction_mse_seed_max": 0.0861581512105025, "reconstruction_native_mse_seed_mean": 4.128599034384572e-06, "reconstruction_native_mse_seed_min": 3.787665543358197e-06, "reconstruction_native_mse_seed_max": 4.465643460706648e-06,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0.5658094618055557, "shape_coverage_50_seed_min": 0.5521158854166667, "shape_coverage_50_seed_max": 0.5885091145833334, "shape_width_50_seed_mean": 0.1063237885634104, "shape_width_50_seed_min": 0.1019833758473396, "shape_width_50_seed_max": 0.1100920289754867, "log_amplitude_coverage_50_seed_mean": 0.2591145833333333, "log_amplitude_coverage_50_seed_min": 0.234375, "log_amplitude_coverage_50_seed_max": 0.2734375, "log_amplitude_width_50_seed_mean": 0.316864271958669, "log_amplitude_width_50_seed_min": 0.315383642911911, "log_amplitude_width_50_seed_max": 0.3185047209262848, "shape_coverage_80_seed_mean": 0.8193467881944444, "shape_coverage_80_seed_min": 0.8059895833333334, "shape_coverage_80_seed_max": 0.8334635416666667, "shape_width_80_seed_mean": 0.202018529176712, "shape_width_80_seed_min": 0.1937716156244278, "shape_width_80_seed_max": 0.2091782987117767, "log_amplitude_coverage_80_seed_mean": 0.5559895833333334, "log_amplitude_coverage_80_seed_min": 0.515625, "log_amplitude_coverage_80_seed_max": 0.578125, "log_amplitude_width_80_seed_mean": 0.6020520130793253, "log_amplitude_width_80_seed_min": 0.5992387533187866, "log_amplitude_width_80_seed_max": 0.6051689386367798, "shape_coverage_95_seed_mean": 0.92568359375, "shape_coverage_95_seed_min": 0.9167643229166668, "shape_coverage_95_seed_max": 0.93134765625, "shape_width_95_seed_mean": 0.3089606662591298, "shape_width_95_seed_min": 0.2963480949401855, "shape_width_95_seed_max": 0.3199105858802795, "log_amplitude_coverage_95_seed_mean": 0.7955729166666666, "log_amplitude_coverage_95_seed_min": 0.765625, "log_amplitude_coverage_95_seed_max": 0.8125, "log_amplitude_width_95_seed_mean": 0.920759121576945, "log_amplitude_width_95_seed_min": 0.9164566397666932, "log_amplitude_width_95_seed_max": 0.9255260229110718}, {"arm": "distribution_randomized_generator", "modality": "eeg", "scenario": "true_a_amplitude",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0.0421849569583334, "shape_rmse_seed_min": 0.0382003496226862, "shape_rmse_seed_max": 0.0450989608504701, "log_amplitude_squared_error_seed_mean": 0.1137094522307355, "log_amplitude_squared_error_seed_min": 0.1107271036591797, "log_amplitude_squared_error_seed_max": 0.116706018560376, "source_rmse_seed_mean": 0.0151142695530654, "source_rmse_seed_min": 0.0147682115740894, "source_rmse_seed_max": 0.0154407720119065, "shape_crps_seed_mean": 0.0233533742932144, "shape_crps_seed_min": 0.0208645834797683, "shape_crps_seed_max": 0.0249919067538106, "shape_nll_seed_mean": -1.8904043112545168, "shape_nll_seed_min": -2.005304621136747, "shape_nll_seed_max": -1.8190086476136156, "log_amplitude_crps_seed_mean": 0.1998039312570006, "log_amplitude_crps_seed_min": 0.196634666633106, "log_amplitude_crps_seed_max": 0.2032702223513384, "log_amplitude_nll_seed_mean": 0.4228196641764445, "log_amplitude_nll_seed_min": 0.4078389075507125, "log_amplitude_nll_seed_max": 0.4497725834535759, "reconstruction_mse_seed_mean": 0.0804760337293348, "reconstruction_mse_seed_min": 0.0798106717697591, "reconstruction_mse_seed_max": 0.0811392094543117, "reconstruction_native_mse_seed_mean": 3.996425339205728e-06, "reconstruction_native_mse_seed_min": 3.9352727440226e-06, "reconstruction_native_mse_seed_max": 4.036002096373824e-06, "source_support_seed_mean": 120.0, "source_support_seed_min": 120.0, "source_support_seed_max": 120.0, "observation_support_seed_mean": 3600.0, "observation_support_seed_min": 3600.0, "observation_support_seed_max": 3600.0, "uncertainty_score_seed_mean": 0.3108627049756857, "uncertainty_score_seed_min": 0.3028609398170374, "uncertainty_score_seed_max": 0.3151844715466723, "shape_coverage_50_seed_mean": 0.5429036458333333, "shape_coverage_50_seed_min": 0.5177734375, "shape_coverage_50_seed_max": 0.5736002604166666, "shape_width_50_seed_mean": 0.055529797309383, "shape_width_50_seed_min": 0.0523677105310222, "shape_width_50_seed_max": 0.0573129072275454, "log_amplitude_coverage_50_seed_mean": 0.3111979166666667, "log_amplitude_coverage_50_seed_min": 0.27734375, "log_amplitude_coverage_50_seed_max": 0.3515625, "log_amplitude_width_50_seed_mean": 0.3638176101958379, "log_amplitude_width_50_seed_min": 0.3516444147680886, "log_amplitude_width_50_seed_max": 0.3719439393607899, "shape_coverage_80_seed_mean": 0.8218315972222223, "shape_coverage_80_seed_min": 0.8085286458333334, "shape_coverage_80_seed_max": 0.8465820312500001, "shape_width_80_seed_mean": 0.1055083520282197, "shape_width_80_seed_min": 0.0995002882462965, "shape_width_80_seed_max": 0.1088963166493461, "log_amplitude_coverage_80_seed_mean": 0.65625, "log_amplitude_coverage_80_seed_min": 0.6328125, "log_amplitude_coverage_80_seed_max": 0.68359375, "log_amplitude_width_80_seed_mean": 0.6912648413951198, "log_amplitude_width_80_seed_min": 0.6681353891035542, "log_amplitude_width_80_seed_max": 0.7067051233025268, "shape_coverage_95_seed_mean": 0.9496636284722224, "shape_coverage_95_seed_min": 0.9385091145833332, "shape_coverage_95_seed_max": 0.9634765625, "shape_width_95_seed_mean": 0.161361099816794, "shape_width_95_seed_min": 0.152172559162985, "shape_width_95_seed_max": 0.1665425445846873, "log_amplitude_coverage_95_seed_mean": 0.8893229166666666, "log_amplitude_coverage_95_seed_min": 0.87109375, "log_amplitude_coverage_95_seed_max": 0.90625, "log_amplitude_width_95_seed_mean": 1.057198345971604, "log_amplitude_width_95_seed_min": 1.0218249028548598, "log_amplitude_width_95_seed_max": 1.0808122179005295}, {"arm": "point_restricted_generator", "modality": "eeg", "scenario": "true_a_shape",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0.0630724913436075, "shape_rmse_seed_min": 0.0609491685139909, "shape_rmse_seed_max": 0.0656347347312335, "log_amplitude_squared_error_seed_mean": 0.0473294312581933, "log_amplitude_squared_error_seed_min": 0.0462585630390384, "log_amplitude_squared_error_seed_max": 0.0481086721651091, "source_rmse_seed_mean": 0.0051709941959839, "source_rmse_seed_min": 0.0051254887079277, "source_rmse_seed_max": 0.0052204436904747, "shape_crps_seed_mean": 0.0381449291346952, "shape_crps_seed_min": 0.0366840901889797, "shape_crps_seed_max": 0.0397832916021495, "shape_nll_seed_mean": -0.8651777029981734, "shape_nll_seed_min": -0.8957577253691853, "shape_nll_seed_max": -0.8272646970775289, "log_amplitude_crps_seed_mean": 0.1319796093075381, "log_amplitude_crps_seed_min": 0.1307252362584955, "log_amplitude_crps_seed_max": 0.133457817046157, "log_amplitude_nll_seed_mean": 0.2433630294591381, "log_amplitude_nll_seed_min": 0.2133608217695632, "log_amplitude_nll_seed_max": 0.2789099936292237, "reconstruction_mse_seed_mean": 0.084945893942677, "reconstruction_mse_seed_min": 0.0847166596066571, "reconstruction_mse_seed_max": 0.0850654522656109, "reconstruction_native_mse_seed_mean": 3.3498913369709486e-06, "reconstruction_native_mse_seed_min": 3.338572344349276e-06, "reconstruction_native_mse_seed_max": 3.355912886000054e-06,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0.4616644965277777, "shape_coverage_50_seed_min": 0.4525390625, "shape_coverage_50_seed_max": 0.4738932291666666, "shape_width_50_seed_mean": 0.0624313317239284, "shape_width_50_seed_min": 0.0599005073308944, "shape_width_50_seed_max": 0.0673668161034584, "log_amplitude_coverage_50_seed_mean": 0.296875, "log_amplitude_coverage_50_seed_min": 0.2890625, "log_amplitude_coverage_50_seed_max": 0.3046875, "log_amplitude_width_50_seed_mean": 0.1790095567703247, "log_amplitude_width_50_seed_min": 0.1776230931282043, "log_amplitude_width_50_seed_max": 0.1804637610912323, "shape_coverage_80_seed_mean": 0.7136176215277779, "shape_coverage_80_seed_min": 0.6998046875, "shape_coverage_80_seed_max": 0.72333984375, "shape_width_80_seed_mean": 0.1186214809616406, "shape_width_80_seed_min": 0.1138128340244293, "shape_width_80_seed_max": 0.1279990524053573, "log_amplitude_coverage_80_seed_mean": 0.5247395833333334, "log_amplitude_coverage_80_seed_min": 0.515625, "log_amplitude_coverage_80_seed_max": 0.53125, "log_amplitude_width_80_seed_mean": 0.3401237626870473, "log_amplitude_width_80_seed_min": 0.3374894559383392, "log_amplitude_width_80_seed_max": 0.3428868055343628, "shape_coverage_95_seed_mean": 0.8517686631944444, "shape_coverage_95_seed_min": 0.8409179687499999, "shape_coverage_95_seed_max": 0.8577148437500001, "shape_width_95_seed_mean": 0.1814159005880355, "shape_width_95_seed_min": 0.1740617156028747, "shape_width_95_seed_max": 0.195757657289505, "log_amplitude_coverage_95_seed_mean": 0.7369791666666666, "log_amplitude_coverage_95_seed_min": 0.73046875, "log_amplitude_coverage_95_seed_max": 0.7421875, "log_amplitude_width_95_seed_mean": 0.5201744039853414, "log_amplitude_width_95_seed_min": 0.5161455869674683, "log_amplitude_width_95_seed_max": 0.5244001150131226}, {"arm": "point_randomized_generator", "modality": "eeg", "scenario": "true_a_shape",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0.0852011418845398, "shape_rmse_seed_min": 0.0826837162895995, "shape_rmse_seed_max": 0.0867325901138606, "log_amplitude_squared_error_seed_mean": 0.044964383312147, "log_amplitude_squared_error_seed_min": 0.0436490020427785, "log_amplitude_squared_error_seed_max": 0.0472278614589064, "source_rmse_seed_mean": 0.0052537822896491, "source_rmse_seed_min": 0.0051794887473122, "source_rmse_seed_max": 0.0053442228107435, "shape_crps_seed_mean": 0.0508200398455907, "shape_crps_seed_min": 0.0496462609904483, "shape_crps_seed_max": 0.0522082636090999, "shape_nll_seed_mean": -0.8774012401544798, "shape_nll_seed_min": -0.9174641420443852, "shape_nll_seed_max": -0.8113811471654723, "log_amplitude_crps_seed_mean": 0.1198094248869422, "log_amplitude_crps_seed_min": 0.1180053339304218, "log_amplitude_crps_seed_max": 0.1225303215720268, "log_amplitude_nll_seed_mean": -0.1222042005150396, "log_amplitude_nll_seed_min": -0.1350961246178886, "log_amplitude_nll_seed_max": -0.1017752419597855, "reconstruction_mse_seed_mean": 0.0691376876269008, "reconstruction_mse_seed_min": 0.0681773165246723, "reconstruction_mse_seed_max": 0.0698396671916517, "reconstruction_native_mse_seed_mean": 3.427450415733205e-06, "reconstruction_native_mse_seed_min": 3.3654533690523957e-06, "reconstruction_native_mse_seed_max": 3.4671665840404885e-06,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0.52119140625, "shape_coverage_50_seed_min": 0.51162109375, "shape_coverage_50_seed_max": 0.5275065104166667, "shape_width_50_seed_mean": 0.1063237885634104, "shape_width_50_seed_min": 0.1019833758473396, "shape_width_50_seed_max": 0.1100920289754867, "log_amplitude_coverage_50_seed_mean": 0.5611979166666666, "log_amplitude_coverage_50_seed_min": 0.5546875, "log_amplitude_coverage_50_seed_max": 0.5703125, "log_amplitude_width_50_seed_mean": 0.316864271958669, "log_amplitude_width_50_seed_min": 0.315383642911911, "log_amplitude_width_50_seed_max": 0.3185047209262848, "shape_coverage_80_seed_mean": 0.7828884548611111, "shape_coverage_80_seed_min": 0.7718424479166666, "shape_coverage_80_seed_max": 0.7893229166666667, "shape_width_80_seed_mean": 0.202018529176712, "shape_width_80_seed_min": 0.1937716156244278, "shape_width_80_seed_max": 0.2091782987117767, "log_amplitude_coverage_80_seed_mean": 0.83984375,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0.9102973090277778, "shape_coverage_95_seed_min": 0.9044596354166666, "shape_coverage_95_seed_max": 0.91904296875, "shape_width_95_seed_mean": 0.3089606662591298, "shape_width_95_seed_min": 0.2963480949401855, "shape_width_95_seed_max": 0.3199105858802795, "log_amplitude_coverage_95_seed_mean": 0.9596354166666666, "log_amplitude_coverage_95_seed_min": 0.953125, "log_amplitude_coverage_95_seed_max": 0.96484375, "log_amplitude_width_95_seed_mean": 0.920759121576945, "log_amplitude_width_95_seed_min": 0.9164566397666932, "log_amplitude_width_95_seed_max": 0.9255260229110718}, {"arm": "distribution_randomized_generator", "modality": "eeg", "scenario": "true_a_shape",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0.0512201907836733, "shape_rmse_seed_min": 0.0504307334000118, "shape_rmse_seed_max": 0.0518574456129247, "log_amplitude_squared_error_seed_mean": 0.0428943741918567, "log_amplitude_squared_error_seed_min": 0.0421046996426822, "log_amplitude_squared_error_seed_max": 0.0438004155323591, "source_rmse_seed_mean": 0.0047755216632186, "source_rmse_seed_min": 0.0047117612124879, "source_rmse_seed_max": 0.0048405887139976, "shape_crps_seed_mean": 0.0282694785761704, "shape_crps_seed_min": 0.0274318190034894, "shape_crps_seed_max": 0.0288225351384502, "shape_nll_seed_mean": -1.713865605859448, "shape_nll_seed_min": -1.7514708418069251, "shape_nll_seed_max": -1.6868230436094265, "log_amplitude_crps_seed_mean": 0.1161859589140796, "log_amplitude_crps_seed_min": 0.1153985725544222, "log_amplitude_crps_seed_max": 0.1173271327566331, "log_amplitude_nll_seed_mean": -0.1804713874726745, "log_amplitude_nll_seed_min": -0.2088776205306032, "log_amplitude_nll_seed_max": -0.1490323346702846, "reconstruction_mse_seed_mean": 0.0683709908316624, "reconstruction_mse_seed_min": 0.0679407150265488, "reconstruction_mse_seed_max": 0.0689780453222261, "reconstruction_native_mse_seed_mean": 3.3807032166511277e-06, "reconstruction_native_mse_seed_min": 3.347708175845072e-06, "reconstruction_native_mse_seed_max": 3.4142857593647025e-06, "source_support_seed_mean": 120.0, "source_support_seed_min": 120.0, "source_support_seed_max": 120.0, "observation_support_seed_mean": 3600.0, "observation_support_seed_min": 3600.0, "observation_support_seed_max": 3600.0, "uncertainty_score_seed_mean": 0.2728607133709981, "uncertainty_score_seed_min": 0.2690231174929067, "uncertainty_score_seed_max": 0.2784990198269952, "shape_coverage_50_seed_mean": 0.5147352430555556, "shape_coverage_50_seed_min": 0.50625, "shape_coverage_50_seed_max": 0.5250325520833333, "shape_width_50_seed_mean": 0.0644022168949353, "shape_width_50_seed_min": 0.0618765315753686, "shape_width_50_seed_max": 0.0661627009543735, "log_amplitude_coverage_50_seed_mean": 0.51953125, "log_amplitude_coverage_50_seed_min": 0.5, "log_amplitude_coverage_50_seed_max": 0.546875, "log_amplitude_width_50_seed_mean": 0.3036812851108455, "log_amplitude_width_50_seed_min": 0.2967439618369099, "log_amplitude_width_50_seed_max": 0.3138129305152688, "shape_coverage_80_seed_mean": 0.7980577256944444, "shape_coverage_80_seed_min": 0.78671875, "shape_coverage_80_seed_max": 0.80576171875, "shape_width_80_seed_mean": 0.1223662268027409, "shape_width_80_seed_min": 0.1175673456904405, "shape_width_80_seed_max": 0.1257112016109507, "log_amplitude_coverage_80_seed_mean": 0.7981770833333334, "log_amplitude_coverage_80_seed_min": 0.7890625, "log_amplitude_coverage_80_seed_max": 0.8046875, "log_amplitude_width_80_seed_mean": 0.5770039407943841, "log_amplitude_width_80_seed_min": 0.5638228099560365, "log_amplitude_width_80_seed_max": 0.5962543841742445, "shape_coverage_95_seed_mean": 0.9345594618055556, "shape_coverage_95_seed_min": 0.9296549479166668, "shape_coverage_95_seed_max": 0.9398111979166668, "shape_width_95_seed_mean": 0.1871429944627177, "shape_width_95_seed_min": 0.1798037391438507, "shape_width_95_seed_max": 0.1922586919294796, "log_amplitude_coverage_95_seed_mean": 0.9791666666666666, "log_amplitude_coverage_95_seed_min": 0.97265625, "log_amplitude_coverage_95_seed_max": 0.98828125, "log_amplitude_width_95_seed_mean": 0.8824513779060604, "log_amplitude_width_95_seed_min": 0.8622925783274695, "log_amplitude_width_95_seed_max": 0.9118923887726852}, {"arm": "point_restricted_generator", "modality": "eeg", "scenario": "feature_gain_only",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0.0507946746622324, "shape_rmse_seed_min": 0.049020755919028, "shape_rmse_seed_max": 0.0537742254477178, "log_amplitude_squared_error_seed_mean": 0.2347417696750632, "log_amplitude_squared_error_seed_min": 0.2285105796704956, "log_amplitude_squared_error_seed_max": 0.245682216104416, "source_rmse_seed_mean": 0.015237623776521, "source_rmse_seed_min": 0.0147719075549051, "source_rmse_seed_max": 0.0159364643473625, "shape_crps_seed_mean": 0.0302306371756256, "shape_crps_seed_min": 0.0292129332728109, "shape_crps_seed_max": 0.0320570638693425, "shape_nll_seed_mean": -1.3181642275821004, "shape_nll_seed_min": -1.358753878584442, "shape_nll_seed_max": -1.287867154270255, "log_amplitude_crps_seed_mean": 0.3562398607129424, "log_amplitude_crps_seed_min": 0.350470433546841, "log_amplitude_crps_seed_max": 0.3676375661666122, "log_amplitude_nll_seed_mean": 5.565245662714851, "log_amplitude_nll_seed_min": 5.334091388686641, "log_amplitude_nll_seed_max": 5.880105133865033, "reconstruction_mse_seed_mean": 0.09544144010885, "reconstruction_mse_seed_min": 0.0950285667279404, "reconstruction_mse_seed_max": 0.0957220806596068, "reconstruction_native_mse_seed_mean": 3.7469943665258423e-06, "reconstruction_native_mse_seed_min": 3.705720525973584e-06, "reconstruction_native_mse_seed_max": 3.78346030104508e-06,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0.5268012152777778, "shape_coverage_50_seed_min": 0.5165364583333334, "shape_coverage_50_seed_max": 0.53779296875, "shape_width_50_seed_mean": 0.0624313317239284, "shape_width_50_seed_min": 0.0599005073308944, "shape_width_50_seed_max": 0.0673668161034584, "log_amplitude_coverage_50_seed_mean": 0.06640625, "log_amplitude_coverage_50_seed_min": 0.05859375, "log_amplitude_coverage_50_seed_max": 0.0703125, "log_amplitude_width_50_seed_mean": 0.1790095567703247, "log_amplitude_width_50_seed_min": 0.1776230931282043, "log_amplitude_width_50_seed_max": 0.1804637610912323, "shape_coverage_80_seed_mean": 0.7887803819444444, "shape_coverage_80_seed_min": 0.7790690104166667, "shape_coverage_80_seed_max": 0.7965169270833333, "shape_width_80_seed_mean": 0.1186214809616406, "shape_width_80_seed_min": 0.1138128340244293, "shape_width_80_seed_max": 0.1279990524053573, "log_amplitude_coverage_80_seed_mean": 0.1393229166666666, "log_amplitude_coverage_80_seed_min": 0.1171875, "log_amplitude_coverage_80_seed_max": 0.15625, "log_amplitude_width_80_seed_mean": 0.3401237626870473, "log_amplitude_width_80_seed_min": 0.3374894559383392, "log_amplitude_width_80_seed_max": 0.3428868055343628, "shape_coverage_95_seed_mean": 0.9115885416666668, "shape_coverage_95_seed_min": 0.9088216145833332, "shape_coverage_95_seed_max": 0.91640625, "shape_width_95_seed_mean": 0.1814159005880355, "shape_width_95_seed_min": 0.1740617156028747, "shape_width_95_seed_max": 0.195757657289505, "log_amplitude_coverage_95_seed_mean": 0.2578125, "log_amplitude_coverage_95_seed_min": 0.23828125, "log_amplitude_coverage_95_seed_max": 0.26953125, "log_amplitude_width_95_seed_mean": 0.5201744039853414, "log_amplitude_width_95_seed_min": 0.5161455869674683, "log_amplitude_width_95_seed_max": 0.5244001150131226}, {"arm": "point_randomized_generator", "modality": "eeg", "scenario": "feature_gain_only",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0.0747791901861509, "shape_rmse_seed_min": 0.0711538955191459, "shape_rmse_seed_max": 0.0778920199226909, "log_amplitude_squared_error_seed_mean": 0.1701803460558492, "log_amplitude_squared_error_seed_min": 0.154228193047468, "log_amplitude_squared_error_seed_max": 0.1792893331141826, "source_rmse_seed_mean": 0.0113732373259261, "source_rmse_seed_min": 0.0108691118147107, "source_rmse_seed_max": 0.0119940221057819, "shape_crps_seed_mean": 0.0442348089909501, "shape_crps_seed_min": 0.0421491465528864, "shape_crps_seed_max": 0.0463409182955729, "shape_nll_seed_mean": -1.0437370084795272, "shape_nll_seed_min": -1.098566731841614, "shape_nll_seed_max": -0.983766250195913, "log_amplitude_crps_seed_mean": 0.2615854413068446, "log_amplitude_crps_seed_min": 0.2446443643798614, "log_amplitude_crps_seed_max": 0.2703465756614556, "log_amplitude_nll_seed_mean": 1.0124488088024188, "log_amplitude_nll_seed_min": 0.8688630135661356, "log_amplitude_nll_seed_max": 1.0849469715328852, "reconstruction_mse_seed_mean": 0.0759993854178368, "reconstruction_mse_seed_min": 0.0725082477542757, "reconstruction_mse_seed_max": 0.0786485775406308, "reconstruction_native_mse_seed_mean": 3.815497357558965e-06, "reconstruction_native_mse_seed_min": 3.58650262726072e-06, "reconstruction_native_mse_seed_max": 4.028162782592818e-06,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0.5806749131944445, "shape_coverage_50_seed_min": 0.5644205729166667, "shape_coverage_50_seed_max": 0.6043294270833334, "shape_width_50_seed_mean": 0.1063237885634104, "shape_width_50_seed_min": 0.1019833758473396, "shape_width_50_seed_max": 0.1100920289754867, "log_amplitude_coverage_50_seed_mean": 0.1848958333333333, "log_amplitude_coverage_50_seed_min": 0.171875, "log_amplitude_coverage_50_seed_max": 0.2109375, "log_amplitude_width_50_seed_mean": 0.316864271958669, "log_amplitude_width_50_seed_min": 0.315383642911911, "log_amplitude_width_50_seed_max": 0.3185047209262848, "shape_coverage_80_seed_mean": 0.8371744791666668, "shape_coverage_80_seed_min": 0.8275390625000001, "shape_coverage_80_seed_max": 0.84814453125, "shape_width_80_seed_mean": 0.202018529176712, "shape_width_80_seed_min": 0.1937716156244278, "shape_width_80_seed_max": 0.2091782987117767, "log_amplitude_coverage_80_seed_mean": 0.40234375, "log_amplitude_coverage_80_seed_min": 0.375, "log_amplitude_coverage_80_seed_max": 0.45703125, "log_amplitude_width_80_seed_mean": 0.6020520130793253, "log_amplitude_width_80_seed_min": 0.5992387533187866, "log_amplitude_width_80_seed_max": 0.6051689386367798, "shape_coverage_95_seed_mean": 0.93779296875, "shape_coverage_95_seed_min": 0.9310221354166668, "shape_coverage_95_seed_max": 0.9420572916666669, "shape_width_95_seed_mean": 0.3089606662591298, "shape_width_95_seed_min": 0.2963480949401855, "shape_width_95_seed_max": 0.3199105858802795, "log_amplitude_coverage_95_seed_mean": 0.70703125, "log_amplitude_coverage_95_seed_min": 0.68359375, "log_amplitude_coverage_95_seed_max": 0.73828125, "log_amplitude_width_95_seed_mean": 0.920759121576945, "log_amplitude_width_95_seed_min": 0.9164566397666932, "log_amplitude_width_95_seed_max": 0.9255260229110718}, {"arm": "distribution_randomized_generator", "modality": "eeg", "scenario": "feature_gain_only",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0.0402590326747513, "shape_rmse_seed_min": 0.0370820538739944, "shape_rmse_seed_max": 0.0424275296912112, "log_amplitude_squared_error_seed_mean": 0.1702617756792038, "log_amplitude_squared_error_seed_min": 0.1671660710049829, "log_amplitude_squared_error_seed_max": 0.1725579434325991, "source_rmse_seed_mean": 0.0113286566853008, "source_rmse_seed_min": 0.0111405474322233, "source_rmse_seed_max": 0.0114591205595555, "shape_crps_seed_mean": 0.0223035090707652, "shape_crps_seed_min": 0.0202554023467503, "shape_crps_seed_max": 0.0235125641958347, "shape_nll_seed_mean": -1.9187458379692144, "shape_nll_seed_min": -2.022420520878708, "shape_nll_seed_max": -1.849825197997658, "log_amplitude_crps_seed_mean": 0.2576619935707916, "log_amplitude_crps_seed_min": 0.2564510463550996, "log_amplitude_crps_seed_max": 0.2584139197115432, "log_amplitude_nll_seed_mean": 0.8327457759168458, "log_amplitude_nll_seed_min": 0.795842041029081, "log_amplitude_nll_seed_max": 0.8516573626066949, "reconstruction_mse_seed_mean": 0.0747728606279103, "reconstruction_mse_seed_min": 0.0740876680475531, "reconstruction_mse_seed_max": 0.075448591213576, "reconstruction_native_mse_seed_mean": 3.7091609026566905e-06, "reconstruction_native_mse_seed_min": 3.6491769663432273e-06, "reconstruction_native_mse_seed_max": 3.739544660775604e-06, "source_support_seed_mean": 120.0, "source_support_seed_min": 120.0, "source_support_seed_max": 120.0, "observation_support_seed_mean": 3600.0, "observation_support_seed_min": 3600.0, "observation_support_seed_max": 3600.0, "uncertainty_score_seed_mean": 0.3039788458069476, "uncertainty_score_seed_min": 0.2972361874999478, "uncertainty_score_seed_max": 0.3085528386291116, "shape_coverage_50_seed_mean": 0.5462456597222222, "shape_coverage_50_seed_min": 0.5246419270833333, "shape_coverage_50_seed_max": 0.5755533854166667, "shape_width_50_seed_mean": 0.0545295937059967, "shape_width_50_seed_min": 0.0516089577185387, "shape_width_50_seed_max": 0.0560969213346349, "log_amplitude_coverage_50_seed_mean": 0.1901041666666666, "log_amplitude_coverage_50_seed_min": 0.1875, "log_amplitude_coverage_50_seed_max": 0.19140625, "log_amplitude_width_50_seed_mean": 0.3555316294271809, "log_amplitude_width_50_seed_min": 0.3450826139887795, "log_amplitude_width_50_seed_max": 0.3646224885596894, "shape_coverage_80_seed_mean": 0.8276584201388889, "shape_coverage_80_seed_min": 0.8134114583333334, "shape_coverage_80_seed_max": 0.8473307291666667, "shape_width_80_seed_mean": 0.1036079338958693, "shape_width_80_seed_min": 0.0980586341596184, "shape_width_80_seed_max": 0.1065859054361377, "log_amplitude_coverage_80_seed_mean": 0.44921875, "log_amplitude_coverage_80_seed_min": 0.4296875, "log_amplitude_coverage_80_seed_max": 0.46484375, "log_amplitude_width_80_seed_mean": 0.6755212182179093, "log_amplitude_width_80_seed_min": 0.6556677629705518, "log_amplitude_width_80_seed_max": 0.6927941350731999, "shape_coverage_95_seed_mean": 0.9536241319444446, "shape_coverage_95_seed_min": 0.9416666666666668, "shape_coverage_95_seed_max": 0.965234375, "shape_width_95_seed_mean": 0.1584546610769191, "shape_width_95_seed_min": 0.1499677394456133, "shape_width_95_seed_max": 0.1630090755326819, "log_amplitude_coverage_95_seed_mean": 0.78125, "log_amplitude_coverage_95_seed_min": 0.7734375, "log_amplitude_coverage_95_seed_max": 0.79296875, "log_amplitude_width_95_seed_mean": 1.0331205509137362, "log_amplitude_width_95_seed_min": 1.0027573076076806, "log_amplitude_width_95_seed_max": 1.0595371967647225}, {"arm": "point_restricted_generator", "modality": "eeg", "scenario": "Hb_gain_only",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"Hb_gain_only",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"Hb_gain_only",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"common_Hb",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"common_Hb",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"common_Hb",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"tau_change",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"tau_change",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"tau_change",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"initial_change",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"initial_change",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"initial_change",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1.0085880625090653, "shape_rmse_seed_min": 1.0041694865586763, "shape_rmse_seed_max": 1.0136868295795194, "log_amplitude_squared_error_seed_mean": 0.568693943961817, "log_amplitude_squared_error_seed_min": 0.4789083620234251, "log_amplitude_squared_error_seed_max": 0.6560320443913346, "source_rmse_seed_mean": 0.0267476545315256, "source_rmse_seed_min": 0.0265676897312562, "source_rmse_seed_max": 0.0268857323638608, "shape_crps_seed_mean": 0.4955597125860954, "shape_crps_seed_min": 0.4762591561395917, "shape_crps_seed_max": 0.5214924942013264, "shape_nll_seed_mean": 237.52787486060728, "shape_nll_seed_min": 201.65721111642583, "shape_nll_seed_max": 258.4624326809232, "log_amplitude_crps_seed_mean": 0.624371041059325, "log_amplitude_crps_seed_min": 0.5724150577946292, "log_amplitude_crps_seed_max": 0.6755605426220703, "log_amplitude_nll_seed_mean": 15.035780838805282, "log_amplitude_nll_seed_min": 12.702789678506978, "log_amplitude_nll_seed_max": 17.54044491638784, "reconstruction_mse_seed_mean": 0.1978270470931584, "reconstruction_mse_seed_min": 0.1840505756605062, "reconstruction_mse_seed_max": 0.2232186519015857, "reconstruction_native_mse_seed_mean": 7.694923569896816e-06, "reconstruction_native_mse_seed_min": 7.14813746409079e-06, "reconstruction_native_mse_seed_max": 8.60106143320582e-06,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0.0468207465277777, "shape_coverage_50_seed_min": 0.0408203125, "shape_coverage_50_seed_max": 0.051171875, "shape_width_50_seed_mean": 0.0624313317239284, "shape_width_50_seed_min": 0.0599005073308944, "shape_width_50_seed_max": 0.0673668161034584, "log_amplitude_coverage_50_seed_mean": 0.0, "log_amplitude_coverage_50_seed_min": 0.0, "log_amplitude_coverage_50_seed_max": 0.0, "log_amplitude_width_50_seed_mean": 0.1790095567703247, "log_amplitude_width_50_seed_min": 0.1776230931282043, "log_amplitude_width_50_seed_max": 0.1804637610912323, "shape_coverage_80_seed_mean": 0.08857421875, "shape_coverage_80_seed_min": 0.0791015625, "shape_coverage_80_seed_max": 0.0944335937499999, "shape_width_80_seed_mean": 0.1186214809616406, "shape_width_80_seed_min": 0.1138128340244293, "shape_width_80_seed_max": 0.1279990524053573, "log_amplitude_coverage_80_seed_mean": 0.0143229166666666, "log_amplitude_coverage_80_seed_min": 0.0078125, "log_amplitude_coverage_80_seed_max": 0.0234375, "log_amplitude_width_80_seed_mean": 0.3401237626870473, "log_amplitude_width_80_seed_min": 0.3374894559383392, "log_amplitude_width_80_seed_max": 0.3428868055343628, "shape_coverage_95_seed_mean": 0.1358615451388889, "shape_coverage_95_seed_min": 0.1221028645833333, "shape_coverage_95_seed_max": 0.1463216145833333, "shape_width_95_seed_mean": 0.1814159005880355, "shape_width_95_seed_min": 0.1740617156028747, "shape_width_95_seed_max": 0.195757657289505, "log_amplitude_coverage_95_seed_mean": 0.0794270833333333, "log_amplitude_coverage_95_seed_min": 0.0703125, "log_amplitude_coverage_95_seed_max": 0.08984375, "log_amplitude_width_95_seed_mean": 0.5201744039853414, "log_amplitude_width_95_seed_min": 0.5161455869674683, "log_amplitude_width_95_seed_max": 0.5244001150131226}, {"arm": "point_randomized_generator", "modality": "eeg",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1.0240619155554398, "shape_rmse_seed_min": 1.015088213271003, "shape_rmse_seed_max": 1.0325046468263095, "log_amplitude_squared_error_seed_mean": 0.4492213795480531, "log_amplitude_squared_error_seed_min": 0.3969239063395098, "log_amplitude_squared_error_seed_max": 0.4915775316737619, "source_rmse_seed_mean": 0.0270062790476286, "source_rmse_seed_min": 0.0267054062542573, "source_rmse_seed_max": 0.0272127562094897, "shape_crps_seed_mean": 0.5280259802084604, "shape_crps_seed_min": 0.5052271872582423, "shape_crps_seed_max": 0.544060490702456, "shape_nll_seed_mean": 83.06189343543438, "shape_nll_seed_min": 78.48359100677384, "shape_nll_seed_max": 90.2119043711534, "log_amplitude_crps_seed_mean": 0.4736733031617865, "log_amplitude_crps_seed_min": 0.4392065941360336, "log_amplitude_crps_seed_max": 0.5030765590107796, "log_amplitude_nll_seed_mean": 3.5397713187491817, "log_amplitude_nll_seed_min": 3.0964854433274267, "log_amplitude_nll_seed_max": 3.929079451082794, "reconstruction_mse_seed_mean": 0.202472107151569, "reconstruction_mse_seed_min": 0.188725721973671, "reconstruction_mse_seed_max": 0.2123577871807386, "reconstruction_native_mse_seed_mean": 1.0514409704970894e-05, "reconstruction_native_mse_seed_min": 9.849923323125322e-06, "reconstruction_native_mse_seed_max": 1.093023388795388e-05,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0.0597222222222222, "shape_coverage_50_seed_min": 0.05009765625, "shape_coverage_50_seed_max": 0.0722005208333333, "shape_width_50_seed_mean": 0.1063237885634104, "shape_width_50_seed_min": 0.1019833758473396, "shape_width_50_seed_max": 0.1100920289754867, "log_amplitude_coverage_50_seed_mean": 0.1484375, "log_amplitude_coverage_50_seed_min": 0.12890625, "log_amplitude_coverage_50_seed_max": 0.17578125, "log_amplitude_width_50_seed_mean": 0.316864271958669, "log_amplitude_width_50_seed_min": 0.315383642911911, "log_amplitude_width_50_seed_max": 0.3185047209262848, "shape_coverage_80_seed_mean": 0.1094618055555555, "shape_coverage_80_seed_min": 0.0958984374999999, "shape_coverage_80_seed_max": 0.1288085937499999, "shape_width_80_seed_mean": 0.202018529176712, "shape_width_80_seed_min": 0.1937716156244278, "shape_width_80_seed_max": 0.2091782987117767, "log_amplitude_coverage_80_seed_mean": 0.2473958333333333, "log_amplitude_coverage_80_seed_min": 0.234375, "log_amplitude_coverage_80_seed_max": 0.26171875, "log_amplitude_width_80_seed_mean": 0.6020520130793253, "log_amplitude_width_80_seed_min": 0.5992387533187866, "log_amplitude_width_80_seed_max": 0.6051689386367798, "shape_coverage_95_seed_mean": 0.1689344618055555, "shape_coverage_95_seed_min": 0.15009765625, "shape_coverage_95_seed_max": 0.1945638020833333, "shape_width_95_seed_mean": 0.3089606662591298, "shape_width_95_seed_min": 0.2963480949401855, "shape_width_95_seed_max": 0.3199105858802795, "log_amplitude_coverage_95_seed_mean": 0.3854166666666667, "log_amplitude_coverage_95_seed_min": 0.3515625, "log_amplitude_coverage_95_seed_max": 0.421875, "log_amplitude_width_95_seed_mean": 0.920759121576945, "log_amplitude_width_95_seed_min": 0.9164566397666932, "log_amplitude_width_95_seed_max": 0.9255260229110718}, {"arm": "distribution_randomized_generator", "modality": "eeg",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1.0173998523467829, "shape_rmse_seed_min": 0.9869664173692634, "shape_rmse_seed_max": 1.0570802982951977, "log_amplitude_squared_error_seed_mean": 0.3888462163381094, "log_amplitude_squared_error_seed_min": 0.3283214166369039, "log_amplitude_squared_error_seed_max": 0.4515123856468624, "source_rmse_seed_mean": 0.0270065820076232, "source_rmse_seed_min": 0.0266566889163569, "source_rmse_seed_max": 0.0276673787257438, "shape_crps_seed_mean": 0.5013136984941916, "shape_crps_seed_min": 0.44503377437098, "shape_crps_seed_max": 0.5343093787592503, "shape_nll_seed_mean": 24.569736268612903, "shape_nll_seed_min": 15.370757083092272, "shape_nll_seed_max": 32.579682852256035, "log_amplitude_crps_seed_mean": 0.4979029575203831, "log_amplitude_crps_seed_min": 0.4387546795440766, "log_amplitude_crps_seed_max": 0.5598752711828142, "log_amplitude_nll_seed_mean": 31.084051679944302, "log_amplitude_nll_seed_min": 15.072520003062106, "log_amplitude_nll_seed_max": 44.4449598489996, "reconstruction_mse_seed_mean": 0.1990830099961953, "reconstruction_mse_seed_min": 0.1589734704318048, "reconstruction_mse_seed_max": 0.2297250563634649, "reconstruction_native_mse_seed_mean": 1.0187425871930734e-05, "reconstruction_native_mse_seed_min": 7.988055129746063e-06, "reconstruction_native_mse_seed_max": 1.1959450737095263e-05, "source_support_seed_mean": 120.0, "source_support_seed_min": 120.0, "source_support_seed_max": 120.0, "observation_support_seed_mean": 3600.0, "observation_support_seed_min": 3600.0, "observation_support_seed_max": 3600.0, "uncertainty_score_seed_mean": 0.22048759565223, "uncertainty_score_seed_min": 0.1824038103222847, "uncertainty_score_seed_max": 0.2724569464917294, "shape_coverage_50_seed_mean": 0.0707031249999999, "shape_coverage_50_seed_min": 0.0315104166666666, "shape_coverage_50_seed_max": 0.1376627604166666, "shape_width_50_seed_mean": 0.1970435512862119, "shape_width_50_seed_min": 0.1568060261305315, "shape_width_50_seed_max": 0.2764938788518823, "log_amplitude_coverage_50_seed_mean": 0.0338541666666666, "log_amplitude_coverage_50_seed_min": 0.015625, "log_amplitude_coverage_50_seed_max": 0.046875, "log_amplitude_width_50_seed_mean": 0.1003896887923474, "log_amplitude_width_50_seed_min": 0.0882282458769623, "log_amplitude_width_50_seed_max": 0.1218958715471671, "shape_coverage_80_seed_mean": 0.1342122395833333, "shape_coverage_80_seed_min": 0.0722981770833333, "shape_coverage_80_seed_max": 0.2440104166666666, "shape_width_80_seed_mean": 0.3743889115713601, "shape_width_80_seed_min": 0.2979363550588459, "shape_width_80_seed_max": 0.525347019299564, "log_amplitude_coverage_80_seed_mean": 0.0729166666666666, "log_amplitude_coverage_80_seed_min": 0.02734375, "log_amplitude_coverage_80_seed_max": 0.12109375, "log_amplitude_width_80_seed_mean": 0.1907435493000472, "log_amplitude_width_80_seed_min": 0.1676364271552302, "log_amplitude_width_80_seed_max": 0.2316059694276191, "shape_coverage_95_seed_mean": 0.2291558159722222, "shape_coverage_95_seed_min": 0.1466471354166666, "shape_coverage_95_seed_max": 0.3918294270833333, "shape_width_95_seed_mean": 0.5725784296052653, "shape_width_95_seed_min": 0.4556543343278463, "shape_width_95_seed_max": 0.8034489325189498, "log_amplitude_coverage_95_seed_mean": 0.1145833333333333, "log_amplitude_coverage_95_seed_min": 0.0546875, "log_amplitude_coverage_95_seed_max": 0.1875, "log_amplitude_width_95_seed_mean": 0.2917170848280269, "log_amplitude_width_95_seed_min": 0.2563777912291698, "log_amplitude_width_95_seed_max": 0.3542107628309168}, {"arm": "point_restricted_generator", "modality": "eeg", "scenario": "ou_drive",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0.6645601101581013, "shape_rmse_seed_min": 0.662261059915682, "shape_rmse_seed_max": 0.6663054991656805, "log_amplitude_squared_error_seed_mean": 0.1441526625453249, "log_amplitude_squared_error_seed_min": 0.1266789391859099, "log_amplitude_squared_error_seed_max": 0.1623283618745024, "source_rmse_seed_mean": 0.0190686314697745, "source_rmse_seed_min": 0.0189761555136832, "source_rmse_seed_max": 0.0191294882178254, "shape_crps_seed_mean": 0.5039658913967084, "shape_crps_seed_min": 0.4999106713380873, "shape_crps_seed_max": 0.5062145607659962, "shape_nll_seed_mean": 107.186222822787, "shape_nll_seed_min": 90.55192775852822, "shape_nll_seed_max": 115.62028785497726, "log_amplitude_crps_seed_mean": 0.2535625473756669, "log_amplitude_crps_seed_min": 0.2352643404494975, "log_amplitude_crps_seed_max": 0.2732669555836062, "log_amplitude_nll_seed_mean": 2.987496831569986, "log_amplitude_nll_seed_min": 2.5448065744651744, "log_amplitude_nll_seed_max": 3.4425498345458863, "reconstruction_mse_seed_mean": 0.0877856960512556, "reconstruction_mse_seed_min": 0.0863692909577094, "reconstruction_mse_seed_max": 0.0897514383028253, "reconstruction_native_mse_seed_mean": 3.454533803969056e-06, "reconstruction_native_mse_seed_min": 3.3986643568301554e-06, "reconstruction_native_mse_seed_max": 3.5299203837794183e-06,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0.0409071180555555, "shape_coverage_50_seed_min": 0.0386067708333333, "shape_coverage_50_seed_max": 0.04501953125, "shape_width_50_seed_mean": 0.0624313317239284, "shape_width_50_seed_min": 0.0599005073308944, "shape_width_50_seed_max": 0.0673668161034584, "log_amplitude_coverage_50_seed_mean": 0.1536458333333333, "log_amplitude_coverage_50_seed_min": 0.12890625, "log_amplitude_coverage_50_seed_max": 0.16796875, "log_amplitude_width_50_seed_mean": 0.1790095567703247, "log_amplitude_width_50_seed_min": 0.1776230931282043, "log_amplitude_width_50_seed_max": 0.1804637610912323, "shape_coverage_80_seed_mean": 0.0766384548611111, "shape_coverage_80_seed_min": 0.0729166666666666, "shape_coverage_80_seed_max": 0.0828125, "shape_width_80_seed_mean": 0.1186214809616406, "shape_width_80_seed_min": 0.1138128340244293, "shape_width_80_seed_max": 0.1279990524053573, "log_amplitude_coverage_80_seed_mean": 0.3033854166666667, "log_amplitude_coverage_80_seed_min": 0.296875, "log_amplitude_coverage_80_seed_max": 0.30859375, "log_amplitude_width_80_seed_mean": 0.3401237626870473, "log_amplitude_width_80_seed_min": 0.3374894559383392, "log_amplitude_width_80_seed_max": 0.3428868055343628, "shape_coverage_95_seed_mean": 0.1173068576388888, "shape_coverage_95_seed_min": 0.1107421874999999, "shape_coverage_95_seed_max": 0.1263346354166666, "shape_width_95_seed_mean": 0.1814159005880355, "shape_width_95_seed_min": 0.1740617156028747, "shape_width_95_seed_max": 0.195757657289505, "log_amplitude_coverage_95_seed_mean": 0.4752604166666667, "log_amplitude_coverage_95_seed_min": 0.4375, "log_amplitude_coverage_95_seed_max": 0.5078125, "log_amplitude_width_95_seed_mean": 0.5201744039853414, "log_amplitude_width_95_seed_min": 0.5161455869674683, "log_amplitude_width_95_seed_max": 0.5244001150131226}, {"arm": "point_randomized_generator", "modality": "eeg", "scenario": "ou_drive",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0.6629884391603135, "shape_rmse_seed_min": 0.6518776558402066, "shape_rmse_seed_max": 0.6728148930211407, "log_amplitude_squared_error_seed_mean": 0.0971839365357284, "log_amplitude_squared_error_seed_min": 0.0796150792424166, "log_amplitude_squared_error_seed_max": 0.1121954338298199, "source_rmse_seed_mean": 0.0182219484666464, "source_rmse_seed_min": 0.0179960868732732, "source_rmse_seed_max": 0.0183445680652212, "shape_crps_seed_mean": 0.4904977417297535, "shape_crps_seed_min": 0.4805997263899674, "shape_crps_seed_max": 0.4993690192131907, "shape_nll_seed_mean": 35.894823398089244, "shape_nll_seed_min": 32.200240680078664, "shape_nll_seed_max": 39.05353314817961, "log_amplitude_crps_seed_mean": 0.1775161344914263, "log_amplitude_crps_seed_min": 0.1580629181234374, "log_amplitude_crps_seed_max": 0.1938954529617095, "log_amplitude_nll_seed_mean": 0.3517082731170906, "log_amplitude_nll_seed_min": 0.189547948473906, "log_amplitude_nll_seed_max": 0.4875688299290409, "reconstruction_mse_seed_mean": 0.073901595748733, "reconstruction_mse_seed_min": 0.0714673092161718, "reconstruction_mse_seed_max": 0.0758565758192813, "reconstruction_native_mse_seed_mean": 3.750442604258685e-06, "reconstruction_native_mse_seed_min": 3.5665529022048857e-06, "reconstruction_native_mse_seed_max": 3.923944330356152e-06,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0.06767578125, "shape_coverage_50_seed_min": 0.0657552083333333, "shape_coverage_50_seed_max": 0.0710611979166666, "shape_width_50_seed_mean": 0.1063237885634104, "shape_width_50_seed_min": 0.1019833758473396, "shape_width_50_seed_max": 0.1100920289754867, "log_amplitude_coverage_50_seed_mean": 0.40234375, "log_amplitude_coverage_50_seed_min": 0.35546875, "log_amplitude_coverage_50_seed_max": 0.44921875, "log_amplitude_width_50_seed_mean": 0.316864271958669, "log_amplitude_width_50_seed_min": 0.315383642911911, "log_amplitude_width_50_seed_max": 0.3185047209262848, "shape_coverage_80_seed_mean": 0.1278103298611111, "shape_coverage_80_seed_min": 0.1219401041666666, "shape_coverage_80_seed_max": 0.1366536458333333, "shape_width_80_seed_mean": 0.202018529176712, "shape_width_80_seed_min": 0.1937716156244278, "shape_width_80_seed_max": 0.2091782987117767, "log_amplitude_coverage_80_seed_mean": 0.6744791666666666, "log_amplitude_coverage_80_seed_min": 0.625, "log_amplitude_coverage_80_seed_max": 0.7421875, "log_amplitude_width_80_seed_mean": 0.6020520130793253, "log_amplitude_width_80_seed_min": 0.5992387533187866, "log_amplitude_width_80_seed_max": 0.6051689386367798, "shape_coverage_95_seed_mean": 0.1930555555555555, "shape_coverage_95_seed_min": 0.18603515625, "shape_coverage_95_seed_max": 0.2041015625, "shape_width_95_seed_mean": 0.3089606662591298, "shape_width_95_seed_min": 0.2963480949401855, "shape_width_95_seed_max": 0.3199105858802795, "log_amplitude_coverage_95_seed_mean": 0.8776041666666666, "log_amplitude_coverage_95_seed_min": 0.85546875, "log_amplitude_coverage_95_seed_max": 0.8984375, "log_amplitude_width_95_seed_mean": 0.920759121576945, "log_amplitude_width_95_seed_min": 0.9164566397666932, "log_amplitude_width_95_seed_max": 0.9255260229110718}, {"arm": "distribution_randomized_generator", "modality": "eeg", "scenario": "ou_drive",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0.6559801369904202, "shape_rmse_seed_min": 0.6427071035763343, "shape_rmse_seed_max": 0.6703566130950278, "log_amplitude_squared_error_seed_mean": 0.0736915638799105, "log_amplitude_squared_error_seed_min": 0.0631757191608612, "log_amplitude_squared_error_seed_max": 0.0941537273627803, "source_rmse_seed_mean": 0.0185111334815273, "source_rmse_seed_min": 0.0183078797382824, "source_rmse_seed_max": 0.0186656424446795, "shape_crps_seed_mean": 0.4849138503666987, "shape_crps_seed_min": 0.4674583945535232, "shape_crps_seed_max": 0.4977591274892196, "shape_nll_seed_mean": 92.4376969905719, "shape_nll_seed_min": 80.44309777403153, "shape_nll_seed_max": 110.30971033483512, "log_amplitude_crps_seed_mean": 0.1542945186966497, "log_amplitude_crps_seed_min": 0.142643738809244, "log_amplitude_crps_seed_max": 0.1772082608645201, "log_amplitude_nll_seed_mean": 0.3385869899569062, "log_amplitude_nll_seed_min": 0.1014475057010619, "log_amplitude_nll_seed_max": 0.7395893501172515, "reconstruction_mse_seed_mean": 0.0730899958023293, "reconstruction_mse_seed_min": 0.0709907090903359, "reconstruction_mse_seed_max": 0.074391793759437, "reconstruction_native_mse_seed_mean": 3.712943697028162e-06, "reconstruction_native_mse_seed_min": 3.546233008388844e-06, "reconstruction_native_mse_seed_max": 3.821129494962202e-06, "source_support_seed_mean": 120.0, "source_support_seed_min": 120.0, "source_support_seed_max": 120.0, "observation_support_seed_mean": 3600.0, "observation_support_seed_min": 3600.0, "observation_support_seed_max": 3600.0, "uncertainty_score_seed_mean": 0.3082857536404238, "uncertainty_score_seed_min": 0.286454707471421, "uncertainty_score_seed_max": 0.3354448968893848, "shape_coverage_50_seed_mean": 0.0618381076388888, "shape_coverage_50_seed_min": 0.0547200520833333, "shape_coverage_50_seed_max": 0.0740885416666666, "shape_width_50_seed_mean": 0.1087703602443374, "shape_width_50_seed_min": 0.0920738678345514, "shape_width_50_seed_max": 0.1322065404161852, "log_amplitude_coverage_50_seed_mean": 0.4192708333333333, "log_amplitude_coverage_50_seed_min": 0.35546875, "log_amplitude_coverage_50_seed_max": 0.46484375, "log_amplitude_width_50_seed_mean": 0.3071007934534767, "log_amplitude_width_50_seed_min": 0.2943476518703392, "log_amplitude_width_50_seed_max": 0.3203017411142355, "shape_coverage_80_seed_mean": 0.1170789930555555, "shape_coverage_80_seed_min": 0.1019856770833333, "shape_coverage_80_seed_max": 0.13896484375, "shape_width_80_seed_mean": 0.206667087107457, "shape_width_80_seed_min": 0.1749432291885265, "shape_width_80_seed_max": 0.2511965626250457, "log_amplitude_coverage_80_seed_mean": 0.69140625, "log_amplitude_coverage_80_seed_min": 0.6484375, "log_amplitude_coverage_80_seed_max": 0.72265625, "log_amplitude_width_80_seed_mean": 0.5835011136174822, "log_amplitude_width_80_seed_min": 0.559269745281199, "log_amplitude_width_80_seed_max": 0.6085833258985076, "shape_coverage_95_seed_mean": 0.1774739583333333, "shape_coverage_95_seed_min": 0.1566731770833333, "shape_coverage_95_seed_max": 0.2081705729166666, "shape_width_95_seed_mean": 0.3160700345616027, "shape_width_95_seed_min": 0.2675525807522111, "shape_width_95_seed_max": 0.3841719904953303, "log_amplitude_coverage_95_seed_mean": 0.85546875, "log_amplitude_coverage_95_seed_min": 0.78515625, "log_amplitude_coverage_95_seed_max": 0.90234375, "log_amplitude_width_95_seed_mean": 0.8923879459616728, "log_amplitude_width_95_seed_min": 0.8553292657015845, "log_amplitude_width_95_seed_max": 0.930747880716808}, {"arm": "point_restricted_generator", "modality": "eeg", "scenario": "time_varying_feature_gain", "variant": "intervention", "optimization_seed_count": 3, "optimization_seeds": "101|202|303", "unique_evaluation_base_ids": 256, "cases_per_seed_min": 256, "cases_per_seed_max": 256, "independence_unit": "shared_base_identity_not_optimization_seed", "shape_rmse_seed_mean": 0.3083659160610023, "shape_rmse_seed_min": 0.3060970033388397, "shape_rmse_seed_max": 0.3109492524455916, "log_amplitude_squared_error_seed_mean": 0.049024533706204, "log_amplitude_squared_error_seed_min": 0.0486132210366822, "log_amplitude_squared_error_seed_max": 0.0496927025359476, "source_rmse_seed_mean": 0.0107984325471773, "source_rmse_seed_min": 0.0106761618539434, "source_rmse_seed_max": 0.010940403703563, "shape_crps_seed_mean": 0.2349761515595673, "shape_crps_seed_min": 0.2329746371306403, "shape_crps_seed_max": 0.2380507143139463, "shape_nll_seed_mean": 21.033945183567184, "shape_nll_seed_min": 17.603208205814006, "shape_nll_seed_max": 23.16067448197088, "log_amplitude_crps_seed_mean": 0.1335499704283262, "log_amplitude_crps_seed_min": 0.1326773425108949, "log_amplitude_crps_seed_max": 0.1341337920065416, "log_amplitude_nll_seed_mean": 0.2912938491093373, "log_amplitude_nll_seed_min": 0.2802698599401967, "log_amplitude_nll_seed_max": 0.2979151223616667, "reconstruction_mse_seed_mean": 0.0876020324503717, "reconstruction_mse_seed_min": 0.0871159267205157, "reconstruction_mse_seed_max": 0.0881957199398137, "reconstruction_native_mse_seed_mean": 3.456736594432215e-06, "reconstruction_native_mse_seed_min": 3.436373624105669e-06, "reconstruction_native_mse_seed_max": 3.491252849370401e-06,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0.0777452256944444, "shape_coverage_50_seed_min": 0.074609375, "shape_coverage_50_seed_max": 0.0822916666666666, "shape_width_50_seed_mean": 0.0624313317239284, "shape_width_50_seed_min": 0.0599005073308944, "shape_width_50_seed_max": 0.0673668161034584, "log_amplitude_coverage_50_seed_mean": 0.3059895833333333, "log_amplitude_coverage_50_seed_min": 0.3046875, "log_amplitude_coverage_50_seed_max": 0.30859375, "log_amplitude_width_50_seed_mean": 0.1790095567703247, "log_amplitude_width_50_seed_min": 0.1776230931282043, "log_amplitude_width_50_seed_max": 0.1804637610912323, "shape_coverage_80_seed_mean": 0.1460286458333333, "shape_coverage_80_seed_min": 0.14052734375, "shape_coverage_80_seed_max": 0.1541341145833333, "shape_width_80_seed_mean": 0.1186214809616406, "shape_width_80_seed_min": 0.1138128340244293, "shape_width_80_seed_max": 0.1279990524053573, "log_amplitude_coverage_80_seed_mean": 0.5364583333333334, "log_amplitude_coverage_80_seed_min": 0.52734375, "log_amplitude_coverage_80_seed_max": 0.54296875, "log_amplitude_width_80_seed_mean": 0.3401237626870473, "log_amplitude_width_80_seed_min": 0.3374894559383392, "log_amplitude_width_80_seed_max": 0.3428868055343628, "shape_coverage_95_seed_mean": 0.2187065972222222, "shape_coverage_95_seed_min": 0.2095377604166666, "shape_coverage_95_seed_max": 0.2299804687499999, "shape_width_95_seed_mean": 0.1814159005880355, "shape_width_95_seed_min": 0.1740617156028747, "shape_width_95_seed_max": 0.195757657289505, "log_amplitude_coverage_95_seed_mean": 0.73046875, "log_amplitude_coverage_95_seed_min": 0.71484375, "log_amplitude_coverage_95_seed_max": 0.7421875, "log_amplitude_width_95_seed_mean": 0.5201744039853414, "log_amplitude_width_95_seed_min": 0.5161455869674683, "log_amplitude_width_95_seed_max": 0.5244001150131226}, {"arm": "point_randomized_generator", "modality": "eeg", "scenario": "time_varying_feature_gain", "variant": "intervention", "optimization_seed_count": 3, "optimization_seeds": "101|202|303", "unique_evaluation_base_ids": 256, "cases_per_seed_min": 256, "cases_per_seed_max": 256, "independence_unit": "shared_base_identity_not_optimization_seed", "shape_rmse_seed_mean": 0.318326209752038, "shape_rmse_seed_min": 0.3130111360198674, "shape_rmse_seed_max": 0.3287200179357876, "log_amplitude_squared_error_seed_mean": 0.0476158723743656, "log_amplitude_squared_error_seed_min": 0.0455208567481315, "log_amplitude_squared_error_seed_max": 0.0494184723863405, "source_rmse_seed_mean": 0.0107316005351436, "source_rmse_seed_min": 0.0106165968833626, "source_rmse_seed_max": 0.0108084626463225, "shape_crps_seed_mean": 0.2268614470813392, "shape_crps_seed_min": 0.2235934785746697, "shape_crps_seed_max": 0.232708259169461, "shape_nll_seed_mean": 6.762342385293191, "shape_nll_seed_min": 6.355263855603213, "shape_nll_seed_max": 7.12733791952487, "log_amplitude_crps_seed_mean": 0.1235793151882185, "log_amplitude_crps_seed_min": 0.1213193502310936, "log_amplitude_crps_seed_max": 0.1255286458681216, "log_amplitude_nll_seed_mean": -0.0982276289962524, "log_amplitude_nll_seed_min": -0.1172600918667202, "log_amplitude_nll_seed_max": -0.0812884812294417, "reconstruction_mse_seed_mean": 0.0707935636798893, "reconstruction_mse_seed_min": 0.0692241654181952, "reconstruction_mse_seed_max": 0.0716468344697381, "reconstruction_native_mse_seed_mean": 3.516129864178703e-06, "reconstruction_native_mse_seed_min": 3.4197363203218963e-06, "reconstruction_native_mse_seed_max": 3.564587681197536e-06,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0.1297634548611111, "shape_coverage_50_seed_min": 0.1236979166666666, "shape_coverage_50_seed_max": 0.1331380208333333, "shape_width_50_seed_mean": 0.1063237885634104, "shape_width_50_seed_min": 0.1019833758473396, "shape_width_50_seed_max": 0.1100920289754867, "log_amplitude_coverage_50_seed_mean": 0.5299479166666666, "log_amplitude_coverage_50_seed_min": 0.51953125, "log_amplitude_coverage_50_seed_max": 0.53515625, "log_amplitude_width_50_seed_mean": 0.316864271958669, "log_amplitude_width_50_seed_min": 0.315383642911911, "log_amplitude_width_50_seed_max": 0.3185047209262848, "shape_coverage_80_seed_mean": 0.2419053819444444, "shape_coverage_80_seed_min": 0.2314453125, "shape_coverage_80_seed_max": 0.2491536458333333, "shape_width_80_seed_mean": 0.202018529176712, "shape_width_80_seed_min": 0.1937716156244278, "shape_width_80_seed_max": 0.2091782987117767, "log_amplitude_coverage_80_seed_mean": 0.8372395833333334, "log_amplitude_coverage_80_seed_min": 0.8203125, "log_amplitude_coverage_80_seed_max": 0.8515625, "log_amplitude_width_80_seed_mean": 0.6020520130793253, "log_amplitude_width_80_seed_min": 0.5992387533187866, "log_amplitude_width_80_seed_max": 0.6051689386367798, "shape_coverage_95_seed_mean": 0.3493381076388888, "shape_coverage_95_seed_min": 0.3389973958333333, "shape_coverage_95_seed_max": 0.3573893229166667, "shape_width_95_seed_mean": 0.3089606662591298, "shape_width_95_seed_min": 0.2963480949401855, "shape_width_95_seed_max": 0.3199105858802795, "log_amplitude_coverage_95_seed_mean": 0.96875, "log_amplitude_coverage_95_seed_min": 0.96484375, "log_amplitude_coverage_95_seed_max": 0.97265625, "log_amplitude_width_95_seed_mean": 0.920759121576945, "log_amplitude_width_95_seed_min": 0.9164566397666932, "log_amplitude_width_95_seed_max": 0.9255260229110718}, {"arm": "distribution_randomized_generator", "modality": "eeg", "scenario": "time_varying_feature_gain", "variant": "intervention", "optimization_seed_count": 3, "optimization_seeds": "101|202|303", "unique_evaluation_base_ids": 256, "cases_per_seed_min": 256, "cases_per_seed_max": 256, "independence_unit": "shared_base_identity_not_optimization_seed", "shape_rmse_seed_mean": 0.3125587591195886, "shape_rmse_seed_min": 0.3093578873599347, "shape_rmse_seed_max": 0.3155252726006875, "log_amplitude_squared_error_seed_mean": 0.0452061800063177, "log_amplitude_squared_error_seed_min": 0.0432808938621012, "log_amplitude_squared_error_seed_max": 0.0465797804050677, "source_rmse_seed_mean": 0.0103969741547841, "source_rmse_seed_min": 0.0102099057986438, "source_rmse_seed_max": 0.010599122766606, "shape_crps_seed_mean": 0.2359511072602117, "shape_crps_seed_min": 0.2334766900387118, "shape_crps_seed_max": 0.2396007707051997, "shape_nll_seed_mean": 35.62165992264733, "shape_nll_seed_min": 32.373276815349044, "shape_nll_seed_max": 39.730526315713846, "log_amplitude_crps_seed_mean": 0.1217118810700919, "log_amplitude_crps_seed_min": 0.1192809532145804, "log_amplitude_crps_seed_max": 0.1241703285412486, "log_amplitude_nll_seed_mean": -0.0823247123687418, "log_amplitude_nll_seed_min": -0.1174429360063933, "log_amplitude_nll_seed_max": -0.0265984190686764, "reconstruction_mse_seed_mean": 0.0701505088713965, "reconstruction_mse_seed_min": 0.0697213651469501, "reconstruction_mse_seed_max": 0.070650519301737, "reconstruction_native_mse_seed_mean": 3.476959917169724e-06, "reconstruction_native_mse_seed_min": 3.436999425343546e-06, "reconstruction_native_mse_seed_max": 3.502139674979791e-06, "source_support_seed_mean": 120.0, "source_support_seed_min": 120.0, "source_support_seed_max": 120.0, "observation_support_seed_mean": 3600.0, "observation_support_seed_min": 3600.0, "observation_support_seed_max": 3600.0, "uncertainty_score_seed_mean": 0.2924662762282726, "uncertainty_score_seed_min": 0.2841621117549948, "uncertainty_score_seed_max": 0.3079037237912416, "shape_coverage_50_seed_mean": 0.0684353298611111, "shape_coverage_50_seed_min": 0.0634765625, "shape_coverage_50_seed_max": 0.0739583333333333, "shape_width_50_seed_mean": 0.069654535486643, "shape_width_50_seed_min": 0.067408278476311, "shape_width_50_seed_max": 0.0718328709282711, "log_amplitude_coverage_50_seed_mean": 0.5377604166666666, "log_amplitude_coverage_50_seed_min": 0.52734375, "log_amplitude_coverage_50_seed_max": 0.5546875, "log_amplitude_width_50_seed_mean": 0.3248764684734245, "log_amplitude_width_50_seed_min": 0.3136063991987612, "log_amplitude_width_50_seed_max": 0.3435229330207221, "shape_coverage_80_seed_mean": 0.1317708333333333, "shape_coverage_80_seed_min": 0.1202799479166666, "shape_coverage_80_seed_max": 0.1428385416666666, "shape_width_80_seed_mean": 0.1323457964577755, "shape_width_80_seed_min": 0.128077837884363, "shape_width_80_seed_max": 0.1364847019363878, "log_amplitude_coverage_80_seed_mean": 0.8111979166666666, "log_amplitude_coverage_80_seed_min": 0.78515625, "log_amplitude_coverage_80_seed_max": 0.82421875, "log_amplitude_width_80_seed_mean": 0.6172754525129373, "log_amplitude_width_80_seed_min": 0.5958619685843587, "log_amplitude_width_80_seed_max": 0.6527043177629821, "shape_coverage_95_seed_mean": 0.2076063368055555, "shape_coverage_95_seed_min": 0.19794921875, "shape_coverage_95_seed_max": 0.2192708333333333, "shape_width_95_seed_mean": 0.2024054291496011, "shape_width_95_seed_min": 0.1958781497460828, "shape_width_95_seed_max": 0.2087353388772802, "log_amplitude_coverage_95_seed_mean": 0.9596354166666666, "log_amplitude_coverage_95_seed_min": 0.94921875, "log_amplitude_coverage_95_seed_max": 0.96875, "log_amplitude_width_95_seed_mean": 0.9440413398551756, "log_amplitude_width_95_seed_min": 0.911292240896728, "log_amplitude_width_95_seed_max": 0.9982251153560356}, {"arm": "point_restricted_generator", "modality": "eeg", "scenario": "rotated_spectral_mixture",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0.6679572656558338, "shape_rmse_seed_min": 0.6589616917657277, "shape_rmse_seed_max": 0.6750278951735712, "log_amplitude_squared_error_seed_mean": 0.3570617940511305, "log_amplitude_squared_error_seed_min": 0.3450607314795855, "log_amplitude_squared_error_seed_max": 0.3718899388100732, "source_rmse_seed_mean": 0.0189570953726196, "source_rmse_seed_min": 0.0188217842801516, "source_rmse_seed_max": 0.0190591876287988, "shape_crps_seed_mean": 0.5266982281712344, "shape_crps_seed_min": 0.5206707803994808, "shape_crps_seed_max": 0.5362944381194514, "shape_nll_seed_mean": 134.8310609711114, "shape_nll_seed_min": 115.82240786096467, "shape_nll_seed_max": 148.60861875606156, "log_amplitude_crps_seed_mean": 0.4386648953094485, "log_amplitude_crps_seed_min": 0.4276642415289801, "log_amplitude_crps_seed_max": 0.4534559262817552, "log_amplitude_nll_seed_mean": 9.034928560961504, "log_amplitude_nll_seed_min": 8.842743125247996, "log_amplitude_nll_seed_max": 9.297352278266144, "reconstruction_mse_seed_mean": 0.0868893615642342, "reconstruction_mse_seed_min": 0.0860540082961574, "reconstruction_mse_seed_max": 0.088217992674833, "reconstruction_native_mse_seed_mean": 3.4141535172942517e-06, "reconstruction_native_mse_seed_min": 3.3768195468387074e-06, "reconstruction_native_mse_seed_max": 3.4562850247819327e-06,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0.0759114583333333, "shape_coverage_50_seed_min": 0.0706705729166666, "shape_coverage_50_seed_max": 0.08447265625, "shape_width_50_seed_mean": 0.0624313317239284, "shape_width_50_seed_min": 0.0599005073308944, "shape_width_50_seed_max": 0.0673668161034584, "log_amplitude_coverage_50_seed_mean": 0.0651041666666666, "log_amplitude_coverage_50_seed_min": 0.0625, "log_amplitude_coverage_50_seed_max": 0.06640625, "log_amplitude_width_50_seed_mean": 0.1790095567703247, "log_amplitude_width_50_seed_min": 0.1776230931282043, "log_amplitude_width_50_seed_max": 0.1804637610912323, "shape_coverage_80_seed_mean": 0.1353841145833333, "shape_coverage_80_seed_min": 0.1275065104166666, "shape_coverage_80_seed_max": 0.1495768229166666, "shape_width_80_seed_mean": 0.1186214809616406, "shape_width_80_seed_min": 0.1138128340244293, "shape_width_80_seed_max": 0.1279990524053573, "log_amplitude_coverage_80_seed_mean": 0.1458333333333333, "log_amplitude_coverage_80_seed_min": 0.13671875, "log_amplitude_coverage_80_seed_max": 0.15625, "log_amplitude_width_80_seed_mean": 0.3401237626870473, "log_amplitude_width_80_seed_min": 0.3374894559383392, "log_amplitude_width_80_seed_max": 0.3428868055343628, "shape_coverage_95_seed_mean": 0.19111328125, "shape_coverage_95_seed_min": 0.1803385416666666, "shape_coverage_95_seed_max": 0.2099609375, "shape_width_95_seed_mean": 0.1814159005880355, "shape_width_95_seed_min": 0.1740617156028747, "shape_width_95_seed_max": 0.195757657289505, "log_amplitude_coverage_95_seed_mean": 0.2604166666666667, "log_amplitude_coverage_95_seed_min": 0.22265625, "log_amplitude_coverage_95_seed_max": 0.28515625, "log_amplitude_width_95_seed_mean": 0.5201744039853414, "log_amplitude_width_95_seed_min": 0.5161455869674683, "log_amplitude_width_95_seed_max": 0.5244001150131226}, {"arm": "point_randomized_generator", "modality": "eeg", "scenario": "rotated_spectral_mixture",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0.6518673911862863, "shape_rmse_seed_min": 0.6275962173969669, "shape_rmse_seed_max": 0.6714836058754233, "log_amplitude_squared_error_seed_mean": 0.2552042621635142, "log_amplitude_squared_error_seed_min": 0.234721943498789, "log_amplitude_squared_error_seed_max": 0.2722599450676239, "source_rmse_seed_mean": 0.0179500656353022, "source_rmse_seed_min": 0.0174662491911789, "source_rmse_seed_max": 0.0183926219213276, "shape_crps_seed_mean": 0.4894611435012848, "shape_crps_seed_min": 0.4734132741562765, "shape_crps_seed_max": 0.5024418313511584, "shape_nll_seed_mean": 42.1928237359544, "shape_nll_seed_min": 41.84091416674589, "shape_nll_seed_max": 42.73730362444573, "log_amplitude_crps_seed_mean": 0.3185732138256945, "log_amplitude_crps_seed_min": 0.3009339911100915, "log_amplitude_crps_seed_max": 0.3331784030111314, "log_amplitude_nll_seed_mean": 1.783912921525575, "log_amplitude_nll_seed_min": 1.5807171463212102, "log_amplitude_nll_seed_max": 1.9395712270513308, "reconstruction_mse_seed_mean": 0.0709646586410887, "reconstruction_mse_seed_min": 0.0692574336983331, "reconstruction_mse_seed_max": 0.072123477249217, "reconstruction_native_mse_seed_mean": 3.5143509235839065e-06, "reconstruction_native_mse_seed_min": 3.4192270601972017e-06, "reconstruction_native_mse_seed_max": 3.5825842421528907e-06,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0.1155707465277777, "shape_coverage_50_seed_min": 0.1135091145833333, "shape_coverage_50_seed_max": 0.11748046875, "shape_width_50_seed_mean": 0.1063237885634104, "shape_width_50_seed_min": 0.1019833758473396, "shape_width_50_seed_max": 0.1100920289754867, "log_amplitude_coverage_50_seed_mean": 0.2252604166666666, "log_amplitude_coverage_50_seed_min": 0.2109375, "log_amplitude_coverage_50_seed_max": 0.2421875, "log_amplitude_width_50_seed_mean": 0.316864271958669, "log_amplitude_width_50_seed_min": 0.315383642911911, "log_amplitude_width_50_seed_max": 0.3185047209262848, "shape_coverage_80_seed_mean": 0.2012369791666667, "shape_coverage_80_seed_min": 0.1966145833333333, "shape_coverage_80_seed_max": 0.2066731770833333, "shape_width_80_seed_mean": 0.202018529176712, "shape_width_80_seed_min": 0.1937716156244278, "shape_width_80_seed_max": 0.2091782987117767, "log_amplitude_coverage_80_seed_mean": 0.4322916666666667, "log_amplitude_coverage_80_seed_min": 0.41015625, "log_amplitude_coverage_80_seed_max": 0.46484375, "log_amplitude_width_80_seed_mean": 0.6020520130793253, "log_amplitude_width_80_seed_min": 0.5992387533187866, "log_amplitude_width_80_seed_max": 0.6051689386367798, "shape_coverage_95_seed_mean": 0.2825846354166667, "shape_coverage_95_seed_min": 0.2794270833333333, "shape_coverage_95_seed_max": 0.2888671875, "shape_width_95_seed_mean": 0.3089606662591298, "shape_width_95_seed_min": 0.2963480949401855, "shape_width_95_seed_max": 0.3199105858802795, "log_amplitude_coverage_95_seed_mean": 0.6106770833333334, "log_amplitude_coverage_95_seed_min": 0.59375, "log_amplitude_coverage_95_seed_max": 0.63671875, "log_amplitude_width_95_seed_mean": 0.920759121576945, "log_amplitude_width_95_seed_min": 0.9164566397666932, "log_amplitude_width_95_seed_max": 0.9255260229110718}, {"arm": "distribution_randomized_generator", "modality": "eeg", "scenario": "rotated_spectral_mixture",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0.724709688653648, "shape_rmse_seed_min": 0.7212555765745926, "shape_rmse_seed_max": 0.7286296388384463, "log_amplitude_squared_error_seed_mean": 0.2434407303840925, "log_amplitude_squared_error_seed_min": 0.2361085767660365, "log_amplitude_squared_error_seed_max": 0.2521598817918195, "source_rmse_seed_mean": 0.0196960434093591, "source_rmse_seed_min": 0.0195666316446255, "source_rmse_seed_max": 0.0197994564206475, "shape_crps_seed_mean": 0.5599258576989667, "shape_crps_seed_min": 0.5562814450897501, "shape_crps_seed_max": 0.5638353557036907, "shape_nll_seed_mean": 95.31387752884702, "shape_nll_seed_min": 88.7871668321294, "shape_nll_seed_max": 106.92429993249245, "log_amplitude_crps_seed_mean": 0.3317330930411231, "log_amplitude_crps_seed_min": 0.322466939886789, "log_amplitude_crps_seed_max": 0.3389638726974794, "log_amplitude_nll_seed_mean": 22.856925458694047, "log_amplitude_nll_seed_min": 8.115900135494222, "log_amplitude_nll_seed_max": 46.41117044044718, "reconstruction_mse_seed_mean": 0.0701946821285891, "reconstruction_mse_seed_min": 0.0692416182535528, "reconstruction_mse_seed_max": 0.0709124137940412, "reconstruction_native_mse_seed_mean": 3.467685298124599e-06, "reconstruction_native_mse_seed_min": 3.410976381252939e-06, "reconstruction_native_mse_seed_max": 3.5067644144191525e-06, "source_support_seed_mean": 120.0, "source_support_seed_min": 120.0, "source_support_seed_max": 120.0, "observation_support_seed_mean": 3600.0, "observation_support_seed_min": 3600.0, "observation_support_seed_max": 3600.0, "uncertainty_score_seed_mean": 0.2304652041833227, "uncertainty_score_seed_min": 0.2233757522481028, "uncertainty_score_seed_max": 0.2360656884266063, "shape_coverage_50_seed_mean": 0.0729166666666666, "shape_coverage_50_seed_min": 0.0707031249999999, "shape_coverage_50_seed_max": 0.0766276041666666, "shape_width_50_seed_mean": 0.0907786189178598, "shape_width_50_seed_min": 0.0855129376088977, "shape_width_50_seed_max": 0.0937324155284234, "log_amplitude_coverage_50_seed_mean": 0.1419270833333333, "log_amplitude_coverage_50_seed_min": 0.11328125, "log_amplitude_coverage_50_seed_max": 0.1640625, "log_amplitude_width_50_seed_mean": 0.2201142105186591, "log_amplitude_width_50_seed_min": 0.207596889566048, "log_amplitude_width_50_seed_max": 0.2273884781898232, "shape_coverage_80_seed_mean": 0.135546875, "shape_coverage_80_seed_min": 0.1314453125, "shape_coverage_80_seed_max": 0.1414713541666666, "shape_width_80_seed_mean": 0.1724822157802716, "shape_width_80_seed_min": 0.1624772566011718, "shape_width_80_seed_max": 0.1780945217062859, "log_amplitude_coverage_80_seed_mean": 0.3216145833333333, "log_amplitude_coverage_80_seed_min": 0.296875, "log_amplitude_coverage_80_seed_max": 0.3515625, "log_amplitude_width_80_seed_mean": 0.4182238863359089, "log_amplitude_width_80_seed_min": 0.394440583542746, "log_amplitude_width_80_seed_max": 0.4320452226384077, "shape_coverage_95_seed_mean": 0.1950520833333333, "shape_coverage_95_seed_min": 0.1893554687499999, "shape_coverage_95_seed_max": 0.2010091145833333, "shape_width_95_seed_mean": 0.2637887854781082, "shape_width_95_seed_min": 0.2484875207942726, "shape_width_95_seed_max": 0.2723720667369586, "log_amplitude_coverage_95_seed_mean": 0.4622395833333333, "log_amplitude_coverage_95_seed_min": 0.42578125, "log_amplitude_coverage_95_seed_max": 0.484375, "log_amplitude_width_95_seed_mean": 0.6396182381577091, "log_amplitude_width_95_seed_min": 0.6032448169280542, "log_amplitude_width_95_seed_max": 0.6607561474665999}, {"arm": "point_restricted_generator", "modality": "eeg", "scenario": "correlated_Hb_component",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"correlated_Hb_component",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"correlated_Hb_component",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"input_lowpass",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"input_lowpass",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"input_lowpass",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"viscoelastic_outflow",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"viscoelastic_outflow",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"viscoelastic_outflow",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"alternative_hrf",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"alternative_hrf",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"alternative_hrf",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"independent_Hb_drive",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"independent_Hb_drive",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"independent_Hb_drive",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0.5244001150131226}, {"arm": "point_randomized_generator", "modality": "eeg",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0.9255260229110718}, {"arm": "distribution_randomized_generator", "modality": "eeg",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0.9147623134194872}, {"arm": "point_restricted_generator", "modality": "eeg", "scenario": "exact_eeg_alias",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0.6240656286950658, "log_amplitude_squared_error_seed_min": 0.6147383728098025, "log_amplitude_squared_error_seed_max": 0.6309410615125381, "source_rmse_seed_mean": 0.0295581386565124, "source_rmse_seed_min": 0.0293976610628233, "source_rmse_seed_max": 0.029699229211485,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0.6864965965253083, "log_amplitude_crps_seed_min": 0.680780997720628, "log_amplitude_crps_seed_max": 0.6914082322294849, "log_amplitude_nll_seed_mean": 16.621853237042036, "log_amplitude_nll_seed_min": 16.36706013999187, "log_amplitude_nll_seed_max": 17.0872774371707,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0.0, "log_amplitude_coverage_50_seed_min": 0.0, "log_amplitude_coverage_50_seed_max": 0.0,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0.0, "log_amplitude_coverage_80_seed_min": 0.0, "log_amplitude_coverage_80_seed_max": 0.0,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0.00390625, "log_amplitude_coverage_95_seed_min": 0.00390625, "log_amplitude_coverage_95_seed_max": 0.00390625, "log_amplitude_width_95_seed_mean": 0.5201744039853414, "log_amplitude_width_95_seed_min": 0.5161455869674683, "log_amplitude_width_95_seed_max": 0.5244001150131226}, {"arm": "point_randomized_generator", "modality": "eeg", "scenario": "exact_eeg_alias",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0.5857496688393673, "log_amplitude_squared_error_seed_min": 0.5636460087514535, "log_amplitude_squared_error_seed_max": 0.6254823780546388, "source_rmse_seed_mean": 0.0295553117904254, "source_rmse_seed_min": 0.0290883652443356, "source_rmse_seed_max": 0.0299021235832288,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0.6070972728384043, "log_amplitude_crps_seed_min": 0.5933874239893796, "log_amplitude_crps_seed_max": 0.6331738089454746, "log_amplitude_nll_seed_mean": 4.778785816647798, "log_amplitude_nll_seed_min": 4.571003689567113, "log_amplitude_nll_seed_max": 5.143778177413612,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0.00390625, "log_amplitude_coverage_50_seed_min": 0.00390625, "log_amplitude_coverage_50_seed_max": 0.00390625,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0.0182291666666666, "log_amplitude_coverage_80_seed_min": 0.00390625, "log_amplitude_coverage_80_seed_max": 0.02734375,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0.08203125, "log_amplitude_coverage_95_seed_min": 0.07421875, "log_amplitude_coverage_95_seed_max": 0.0859375, "log_amplitude_width_95_seed_mean": 0.920759121576945, "log_amplitude_width_95_seed_min": 0.9164566397666932, "log_amplitude_width_95_seed_max": 0.9255260229110718}, {"arm": "distribution_randomized_generator", "modality": "eeg", "scenario": "exact_eeg_alias",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0.5738438450312887, "log_amplitude_squared_error_seed_min": 0.5709641147643831, "log_amplitude_squared_error_seed_max": 0.5787044839521298, "source_rmse_seed_mean": 0.0293450420566506, "source_rmse_seed_min": 0.029311240034009, "source_rmse_seed_max": 0.0293621676370956,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0.6061095942095768, "log_amplitude_crps_seed_min": 0.6008407691462425, "log_amplitude_crps_seed_max": 0.6108652684643137, "log_amplitude_nll_seed_mean": 7.796391005988141, "log_amplitude_nll_seed_min": 7.039169337114977, "log_amplitude_nll_seed_max": 8.248003412497066,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0.0, "log_amplitude_coverage_50_seed_min": 0.0, "log_amplitude_coverage_50_seed_max": 0.0,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0.01953125, "log_amplitude_coverage_80_seed_min": 0.015625, "log_amplitude_coverage_80_seed_max": 0.0234375,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0.0963541666666666, "log_amplitude_coverage_95_seed_min": 0.08984375, "log_amplitude_coverage_95_seed_max": 0.1015625, "log_amplitude_width_95_seed_mean": 0.8828303887858056, "log_amplitude_width_95_seed_min": 0.8619915515300818, "log_amplitude_width_95_seed_max": 0.9147623134194872}, {"arm": "point_restricted_generator", "modality": "eeg",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0.6240656286950658, "log_amplitude_squared_error_seed_min": 0.6147383728098025, "log_amplitude_squared_error_seed_max": 0.6309410615125381, "source_rmse_seed_mean": 0.0295581386565124, "source_rmse_seed_min": 0.0293976610628233, "source_rmse_seed_max": 0.029699229211485,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0.6864965965253083, "log_amplitude_crps_seed_min": 0.680780997720628, "log_amplitude_crps_seed_max": 0.6914082322294849, "log_amplitude_nll_seed_mean": 16.621853237042036, "log_amplitude_nll_seed_min": 16.36706013999187, "log_amplitude_nll_seed_max": 17.0872774371707,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0.0, "log_amplitude_coverage_50_seed_min": 0.0, "log_amplitude_coverage_50_seed_max": 0.0,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0.0, "log_amplitude_coverage_80_seed_min": 0.0, "log_amplitude_coverage_80_seed_max": 0.0,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0.00390625, "log_amplitude_coverage_95_seed_min": 0.00390625, "log_amplitude_coverage_95_seed_max": 0.00390625, "log_amplitude_width_95_seed_mean": 0.5201744039853414, "log_amplitude_width_95_seed_min": 0.5161455869674683, "log_amplitude_width_95_seed_max": 0.5244001150131226}, {"arm": "point_randomized_generator", "modality": "eeg",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0.5857496688393673, "log_amplitude_squared_error_seed_min": 0.5636460087514535, "log_amplitude_squared_error_seed_max": 0.6254823780546388, "source_rmse_seed_mean": 0.0295553117904254, "source_rmse_seed_min": 0.0290883652443356, "source_rmse_seed_max": 0.0299021235832288,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0.6070972728384043, "log_amplitude_crps_seed_min": 0.5933874239893796, "log_amplitude_crps_seed_max": 0.6331738089454746, "log_amplitude_nll_seed_mean": 4.778785816647798, "log_amplitude_nll_seed_min": 4.571003689567113, "log_amplitude_nll_seed_max": 5.143778177413612,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0.00390625, "log_amplitude_coverage_50_seed_min": 0.00390625, "log_amplitude_coverage_50_seed_max": 0.00390625,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0.0182291666666666, "log_amplitude_coverage_80_seed_min": 0.00390625, "log_amplitude_coverage_80_seed_max": 0.02734375,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0.08203125, "log_amplitude_coverage_95_seed_min": 0.07421875, "log_amplitude_coverage_95_seed_max": 0.0859375, "log_amplitude_width_95_seed_mean": 0.920759121576945, "log_amplitude_width_95_seed_min": 0.9164566397666932, "log_amplitude_width_95_seed_max": 0.9255260229110718}, {"arm": "distribution_randomized_generator", "modality": "eeg",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0.5738438450312887, "log_amplitude_squared_error_seed_min": 0.5709641147643831, "log_amplitude_squared_error_seed_max": 0.5787044839521298, "source_rmse_seed_mean": 0.0293450420566506, "source_rmse_seed_min": 0.029311240034009, "source_rmse_seed_max": 0.0293621676370956,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0.6061095942095768, "log_amplitude_crps_seed_min": 0.6008407691462425, "log_amplitude_crps_seed_max": 0.6108652684643137, "log_amplitude_nll_seed_mean": 7.796391005988141, "log_amplitude_nll_seed_min": 7.039169337114977, "log_amplitude_nll_seed_max": 8.248003412497066,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0.0, "log_amplitude_coverage_50_seed_min": 0.0, "log_amplitude_coverage_50_seed_max": 0.0,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0.01953125, "log_amplitude_coverage_80_seed_min": 0.015625, "log_amplitude_coverage_80_seed_max": 0.0234375,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0.0963541666666666, "log_amplitude_coverage_95_seed_min": 0.08984375, "log_amplitude_coverage_95_seed_max": 0.1015625, "log_amplitude_width_95_seed_mean": 0.8828303887858056, "log_amplitude_width_95_seed_min": 0.8619915515300818, "log_amplitude_width_95_seed_max": 0.9147623134194872}, {"arm": "point_restricted_generator", "modality": "hb",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"true_a_amplitude",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0.1289887099208756, "shape_rmse_seed_min": 0.1268491959383112, "shape_rmse_seed_max": 0.1330092924547976, "log_amplitude_squared_error_seed_mean": 0.0582662206939261, "log_amplitude_squared_error_seed_min": 0.0563469463751214, "log_amplitude_squared_error_seed_max": 0.0613012860783643, "source_rmse_seed_mean": 0.012897841366246, "source_rmse_seed_min": 0.0126861699153434, "source_rmse_seed_max": 0.0130387766846144, "shape_crps_seed_mean": 0.0813730083207903, "shape_crps_seed_min": 0.0801858141281627, "shape_crps_seed_max": 0.083729798131723, "shape_nll_seed_mean": 0.9968652680192868, "shape_nll_seed_min": 0.7951515685146053, "shape_nll_seed_max": 1.2089984068802246, "log_amplitude_crps_seed_mean": 0.1517738303974737, "log_amplitude_crps_seed_min": 0.1486195240309571, "log_amplitude_crps_seed_max": 0.1563550276848435, "log_amplitude_nll_seed_mean": 1.6789536940236731, "log_amplitude_nll_seed_min": 1.5153326288919526, "log_amplitude_nll_seed_max": 1.851243876842336, "reconstruction_mse_seed_mean": 0.0023624434854718, "reconstruction_mse_seed_min": 0.0008637682380335, "reconstruction_mse_seed_max": 0.0033724565270182, "reconstruction_native_mse_seed_mean": 2.607749524699121e-06, "reconstruction_native_mse_seed_min": 7.820739193189595e-07, "reconstruction_native_mse_seed_max": 3.853823916557333e-06,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0.2806857638888889, "shape_coverage_50_seed_min": 0.2752604166666667, "shape_coverage_50_seed_max": 0.2859700520833333, "shape_width_50_seed_mean": 0.0778129075964291, "shape_width_50_seed_min": 0.0768165737390518, "shape_width_50_seed_max": 0.0795066580176353, "log_amplitude_coverage_50_seed_mean": 0.2083333333333333, "log_amplitude_coverage_50_seed_min": 0.1875, "log_amplitude_coverage_50_seed_max": 0.21875, "log_amplitude_width_50_seed_mean": 0.1309849719206492, "log_amplitude_width_50_seed_min": 0.1285582482814788, "log_amplitude_width_50_seed_max": 0.1337293684482574, "shape_coverage_80_seed_mean": 0.4886176215277777, "shape_coverage_80_seed_min": 0.4778971354166667, "shape_coverage_80_seed_max": 0.4997395833333333, "shape_width_80_seed_mean": 0.147846962014834, "shape_width_80_seed_min": 0.145953893661499, "shape_width_80_seed_max": 0.1510651409626007, "log_amplitude_coverage_80_seed_mean": 0.3828125, "log_amplitude_coverage_80_seed_min": 0.37109375, "log_amplitude_coverage_80_seed_max": 0.3984375, "log_amplitude_width_80_seed_mean": 0.248875543475151, "log_amplitude_width_80_seed_min": 0.2442646771669387, "log_amplitude_width_80_seed_max": 0.2540899813175201, "shape_coverage_95_seed_mean": 0.65712890625, "shape_coverage_95_seed_min": 0.6446289062499999, "shape_coverage_95_seed_max": 0.6692057291666667, "shape_width_95_seed_mean": 0.2261124153931935, "shape_width_95_seed_min": 0.2232172042131424, "shape_width_95_seed_max": 0.2310342043638229, "log_amplitude_coverage_95_seed_mean": 0.5520833333333334, "log_amplitude_coverage_95_seed_min": 0.5234375, "log_amplitude_coverage_95_seed_max": 0.578125, "log_amplitude_width_95_seed_mean": 0.3806222975254059, "log_amplitude_width_95_seed_min": 0.3735705912113189, "log_amplitude_width_95_seed_max": 0.3885971009731293}, {"arm": "point_randomized_generator", "modality": "hb", "scenario": "true_a_amplitude",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0.111208588021344, "shape_rmse_seed_min": 0.1031067373424162, "shape_rmse_seed_max": 0.1173908067362368, "log_amplitude_squared_error_seed_mean": 0.0840103064024745, "log_amplitude_squared_error_seed_min": 0.081053717157615, "log_amplitude_squared_error_seed_max": 0.0898412235057435, "source_rmse_seed_mean": 0.0136575702925869, "source_rmse_seed_min": 0.0131536399612244, "source_rmse_seed_max": 0.0143391464198357, "shape_crps_seed_mean": 0.0656276077411247, "shape_crps_seed_min": 0.0612414971913191, "shape_crps_seed_max": 0.0689659423514361, "shape_nll_seed_mean": -0.7045499193495036, "shape_nll_seed_min": -0.7658056928931425, "shape_nll_seed_max": -0.6576168697482596, "log_amplitude_crps_seed_mean": 0.1732735525450962, "log_amplitude_crps_seed_min": 0.1694005478310162, "log_amplitude_crps_seed_max": 0.1808632481790945, "log_amplitude_nll_seed_mean": 0.3435494238569941, "log_amplitude_nll_seed_min": 0.3068111859122998, "log_amplitude_nll_seed_max": 0.4104503984029549, "reconstruction_mse_seed_mean": 0.0009535692315036, "reconstruction_mse_seed_min": 0.0007289302743985, "reconstruction_mse_seed_max": 0.0011095146436643, "reconstruction_native_mse_seed_mean": 1.3606434801170364e-06, "reconstruction_native_mse_seed_min": 9.19719807495829e-07, "reconstruction_native_mse_seed_max": 1.7386782356071866e-06,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0.5882269965277778, "shape_coverage_50_seed_min": 0.575390625, "shape_coverage_50_seed_max": 0.61005859375, "shape_width_50_seed_mean": 0.1756202081839243, "shape_width_50_seed_min": 0.1697242259979248, "shape_width_50_seed_max": 0.1792287975549698, "log_amplitude_coverage_50_seed_mean": 0.30859375, "log_amplitude_coverage_50_seed_min": 0.2734375, "log_amplitude_coverage_50_seed_max": 0.3359375, "log_amplitude_width_50_seed_mean": 0.2738283673922221, "log_amplitude_width_50_seed_min": 0.2725711464881897, "log_amplitude_width_50_seed_max": 0.2747800648212433, "shape_coverage_80_seed_mean": 0.8572265624999998, "shape_coverage_80_seed_min": 0.84541015625, "shape_coverage_80_seed_max": 0.87099609375, "shape_width_80_seed_mean": 0.3336838781833648, "shape_width_80_seed_min": 0.3224813342094421, "shape_width_80_seed_max": 0.3405403196811676, "log_amplitude_coverage_80_seed_mean": 0.5690104166666666, "log_amplitude_coverage_80_seed_min": 0.5546875, "log_amplitude_coverage_80_seed_max": 0.5859375, "log_amplitude_width_80_seed_mean": 0.5202824870745341, "log_amplitude_width_80_seed_min": 0.5178937315940857, "log_amplitude_width_80_seed_max": 0.5220907330513, "shape_coverage_95_seed_mean": 0.9614366319444444, "shape_coverage_95_seed_min": 0.9548177083333332, "shape_coverage_95_seed_max": 0.9655924479166668, "shape_width_95_seed_mean": 0.5103254715601603, "shape_width_95_seed_min": 0.4931926727294922, "shape_width_95_seed_max": 0.5208114981651306, "log_amplitude_coverage_95_seed_mean": 0.8229166666666666, "log_amplitude_coverage_95_seed_min": 0.81640625, "log_amplitude_coverage_95_seed_max": 0.828125, "log_amplitude_width_95_seed_mean": 0.7957033713658651, "log_amplitude_width_95_seed_min": 0.7920500636100769, "log_amplitude_width_95_seed_max": 0.7984688878059387}, {"arm": "distribution_randomized_generator", "modality": "hb", "scenario": "true_a_amplitude",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0.0879065699788204, "shape_rmse_seed_min": 0.0844916464716872, "shape_rmse_seed_max": 0.090508912867295, "log_amplitude_squared_error_seed_mean": 0.072988965811778, "log_amplitude_squared_error_seed_min": 0.05963785725841, "log_amplitude_squared_error_seed_max": 0.0804680640158664, "source_rmse_seed_mean": 0.0128947095357097, "source_rmse_seed_min": 0.0117745133938484, "source_rmse_seed_max": 0.0137941074417497, "shape_crps_seed_mean": 0.0500015864123118, "shape_crps_seed_min": 0.0481376683663863, "shape_crps_seed_max": 0.051252419965264, "shape_nll_seed_mean": -1.0805780949737205, "shape_nll_seed_min": -1.1221062846297476, "shape_nll_seed_max": -1.0561267449801863, "log_amplitude_crps_seed_mean": 0.157221104064159, "log_amplitude_crps_seed_min": 0.140422744932379, "log_amplitude_crps_seed_max": 0.1664573661943295, "log_amplitude_nll_seed_mean": 0.1646863281252647, "log_amplitude_nll_seed_min": 0.0260054592975374, "log_amplitude_nll_seed_max": 0.2343273099494865, "reconstruction_mse_seed_mean": 0.0013274717713746, "reconstruction_mse_seed_min": 0.0011240909762102, "reconstruction_mse_seed_max": 0.0016152156818334, "reconstruction_native_mse_seed_mean": 2.0200604671356665e-06, "reconstruction_native_mse_seed_min": 1.5996846598433897e-06, "reconstruction_native_mse_seed_max": 2.823530813582773e-06, "source_support_seed_mean": 120.0, "source_support_seed_min": 120.0, "source_support_seed_max": 120.0, "observation_support_seed_mean": 240.0, "observation_support_seed_min": 240.0, "observation_support_seed_max": 240.0, "uncertainty_score_seed_mean": 0.3222782165200139, "uncertainty_score_seed_min": 0.315303090843372, "uncertainty_score_seed_max": 0.3273162264376879, "shape_coverage_50_seed_mean": 0.5092881944444444, "shape_coverage_50_seed_min": 0.49697265625, "shape_coverage_50_seed_max": 0.51943359375, "shape_width_50_seed_mean": 0.1254542386562914, "shape_width_50_seed_min": 0.1211917197785927, "shape_width_50_seed_max": 0.1314146327881947, "log_amplitude_coverage_50_seed_mean": 0.3984375, "log_amplitude_coverage_50_seed_min": 0.37890625, "log_amplitude_coverage_50_seed_max": 0.4375, "log_amplitude_width_50_seed_mean": 0.3092924605201309, "log_amplitude_width_50_seed_min": 0.3015810332726687, "log_amplitude_width_50_seed_max": 0.3203511520987376, "shape_coverage_80_seed_mean": 0.8150824652777778, "shape_coverage_80_seed_min": 0.80498046875, "shape_coverage_80_seed_max": 0.8251953125, "shape_width_80_seed_mean": 0.2383669780220871, "shape_width_80_seed_min": 0.2302680588129684, "shape_width_80_seed_max": 0.2496919133066209, "log_amplitude_coverage_80_seed_mean": 0.6822916666666666, "log_amplitude_coverage_80_seed_min": 0.640625, "log_amplitude_coverage_80_seed_max": 0.75390625, "log_amplitude_width_80_seed_mean": 0.5876653509524962, "log_amplitude_width_80_seed_min": 0.5730133964680135, "log_amplitude_width_80_seed_max": 0.6086772105190903, "shape_coverage_95_seed_mean": 0.957769097222222, "shape_coverage_95_seed_min": 0.9517252604166666, "shape_coverage_95_seed_max": 0.9615885416666666, "shape_width_95_seed_mean": 0.3645508341226458, "shape_width_95_seed_min": 0.3521646060897183, "shape_width_95_seed_max": 0.3818708279267108, "log_amplitude_coverage_95_seed_mean": 0.91015625, "log_amplitude_coverage_95_seed_min": 0.890625, "log_amplitude_coverage_95_seed_max": 0.94921875, "log_amplitude_width_95_seed_mean": 0.8987565957941115, "log_amplitude_width_95_seed_min": 0.8763483660295606, "log_amplitude_width_95_seed_max": 0.930891463533044}, {"arm": "point_restricted_generator", "modality": "hb", "scenario": "true_a_shape",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0.1410091249841317, "shape_rmse_seed_min": 0.1389112963847822, "shape_rmse_seed_max": 0.144932835272419, "log_amplitude_squared_error_seed_mean": 0.0430506805569421, "log_amplitude_squared_error_seed_min": 0.0419914389728302, "log_amplitude_squared_error_seed_max": 0.0439808163920152, "source_rmse_seed_mean": 0.0063097769741965, "source_rmse_seed_min": 0.0061630972677205, "source_rmse_seed_max": 0.0064507500316754, "shape_crps_seed_mean": 0.0899204600767613, "shape_crps_seed_min": 0.0883893007190636, "shape_crps_seed_max": 0.0927345225297358, "shape_nll_seed_mean": 1.7007641268260258, "shape_nll_seed_min": 1.481146772481346, "shape_nll_seed_max": 1.9611152511710923, "log_amplitude_crps_seed_mean": 0.1307119428555412, "log_amplitude_crps_seed_min": 0.1291156786171088, "log_amplitude_crps_seed_max": 0.1324767105998022, "log_amplitude_nll_seed_mean": 0.8720835248919769, "log_amplitude_nll_seed_min": 0.8045391189943845, "log_amplitude_nll_seed_max": 0.989492197506041, "reconstruction_mse_seed_mean": 0.0001185046117075, "reconstruction_mse_seed_min": 2.470450656546358e-05, "reconstruction_mse_seed_max": 0.0002581039700908, "reconstruction_native_mse_seed_mean": 9.825100140628653e-08, "reconstruction_native_mse_seed_min": 2.4043396047439297e-08, "reconstruction_native_mse_seed_max": 1.947939700498107e-07,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0.2711263020833333, "shape_coverage_50_seed_min": 0.2679361979166667, "shape_coverage_50_seed_max": 0.2765950520833333, "shape_width_50_seed_mean": 0.0778129075964291, "shape_width_50_seed_min": 0.0768165737390518, "shape_width_50_seed_max": 0.0795066580176353, "log_amplitude_coverage_50_seed_mean": 0.2395833333333333, "log_amplitude_coverage_50_seed_min": 0.2265625, "log_amplitude_coverage_50_seed_max": 0.25390625, "log_amplitude_width_50_seed_mean": 0.1309849719206492, "log_amplitude_width_50_seed_min": 0.1285582482814788, "log_amplitude_width_50_seed_max": 0.1337293684482574, "shape_coverage_80_seed_mean": 0.4733289930555555, "shape_coverage_80_seed_min": 0.4654947916666667, "shape_coverage_80_seed_max": 0.4853841145833333, "shape_width_80_seed_mean": 0.147846962014834, "shape_width_80_seed_min": 0.145953893661499, "shape_width_80_seed_max": 0.1510651409626007, "log_amplitude_coverage_80_seed_mean": 0.4088541666666667, "log_amplitude_coverage_80_seed_min": 0.390625, "log_amplitude_coverage_80_seed_max": 0.421875, "log_amplitude_width_80_seed_mean": 0.248875543475151, "log_amplitude_width_80_seed_min": 0.2442646771669387, "log_amplitude_width_80_seed_max": 0.2540899813175201, "shape_coverage_95_seed_mean": 0.6375434027777778, "shape_coverage_95_seed_min": 0.6281575520833333, "shape_coverage_95_seed_max": 0.6472005208333333, "shape_width_95_seed_mean": 0.2261124153931935, "shape_width_95_seed_min": 0.2232172042131424, "shape_width_95_seed_max": 0.2310342043638229, "log_amplitude_coverage_95_seed_mean": 0.6158854166666666, "log_amplitude_coverage_95_seed_min": 0.58984375, "log_amplitude_coverage_95_seed_max": 0.62890625, "log_amplitude_width_95_seed_mean": 0.3806222975254059, "log_amplitude_width_95_seed_min": 0.3735705912113189, "log_amplitude_width_95_seed_max": 0.3885971009731293}, {"arm": "point_randomized_generator", "modality": "hb", "scenario": "true_a_shape",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0.1274312519877208, "shape_rmse_seed_min": 0.1234456203357907, "shape_rmse_seed_max": 0.1296945662181258, "log_amplitude_squared_error_seed_mean": 0.0389138791694293, "log_amplitude_squared_error_seed_min": 0.0385821408008145, "log_amplitude_squared_error_seed_max": 0.0391032055535392, "source_rmse_seed_mean": 0.0054358126482395, "source_rmse_seed_min": 0.0053750596238495, "source_rmse_seed_max": 0.0055127036954331, "shape_crps_seed_mean": 0.075820630987558, "shape_crps_seed_min": 0.0734475871165462, "shape_crps_seed_max": 0.077414343067115, "shape_nll_seed_mean": -0.5212402990799293, "shape_nll_seed_min": -0.5445402142591774, "shape_nll_seed_max": -0.504544185148552, "log_amplitude_crps_seed_mean": 0.1107442969415016, "log_amplitude_crps_seed_min": 0.1100719396971774, "log_amplitude_crps_seed_max": 0.1112993556137261, "log_amplitude_nll_seed_mean": -0.2034474858544534, "log_amplitude_nll_seed_min": -0.2074143661962204, "log_amplitude_nll_seed_max": -0.2009753395784979, "reconstruction_mse_seed_mean": 0.0002315736911456, "reconstruction_mse_seed_min": 0.0001818802311331, "reconstruction_mse_seed_max": 0.0003178469699715, "reconstruction_native_mse_seed_mean": 3.362679656893559e-07, "reconstruction_native_mse_seed_min": 2.267398481499805e-07, "reconstruction_native_mse_seed_max": 5.21490851990379e-07,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0.5680230034722222, "shape_coverage_50_seed_min": 0.5594401041666667, "shape_coverage_50_seed_max": 0.5760742187500001, "shape_width_50_seed_mean": 0.1756202081839243, "shape_width_50_seed_min": 0.1697242259979248, "shape_width_50_seed_max": 0.1792287975549698, "log_amplitude_coverage_50_seed_mean": 0.53515625, "log_amplitude_coverage_50_seed_min": 0.53515625, "log_amplitude_coverage_50_seed_max": 0.53515625, "log_amplitude_width_50_seed_mean": 0.2738283673922221, "log_amplitude_width_50_seed_min": 0.2725711464881897, "log_amplitude_width_50_seed_max": 0.2747800648212433, "shape_coverage_80_seed_mean": 0.8165473090277778, "shape_coverage_80_seed_min": 0.8088216145833333, "shape_coverage_80_seed_max": 0.8232096354166667, "shape_width_80_seed_mean": 0.3336838781833648, "shape_width_80_seed_min": 0.3224813342094421, "shape_width_80_seed_max": 0.3405403196811676, "log_amplitude_coverage_80_seed_mean": 0.8020833333333334, "log_amplitude_coverage_80_seed_min": 0.77734375, "log_amplitude_coverage_80_seed_max": 0.81640625, "log_amplitude_width_80_seed_mean": 0.5202824870745341, "log_amplitude_width_80_seed_min": 0.5178937315940857, "log_amplitude_width_80_seed_max": 0.5220907330513, "shape_coverage_95_seed_mean": 0.9264973958333332, "shape_coverage_95_seed_min": 0.9227864583333332, "shape_coverage_95_seed_max": 0.93125, "shape_width_95_seed_mean": 0.5103254715601603, "shape_width_95_seed_min": 0.4931926727294922, "shape_width_95_seed_max": 0.5208114981651306, "log_amplitude_coverage_95_seed_mean": 0.96484375, "log_amplitude_coverage_95_seed_min": 0.9609375, "log_amplitude_coverage_95_seed_max": 0.96875, "log_amplitude_width_95_seed_mean": 0.7957033713658651, "log_amplitude_width_95_seed_min": 0.7920500636100769, "log_amplitude_width_95_seed_max": 0.7984688878059387}, {"arm": "distribution_randomized_generator", "modality": "hb", "scenario": "true_a_shape",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0.1104901862158219, "shape_rmse_seed_min": 0.108349690250942, "shape_rmse_seed_max": 0.1136221767558725, "log_amplitude_squared_error_seed_mean": 0.0375299915721321, "log_amplitude_squared_error_seed_min": 0.0364636943678195, "log_amplitude_squared_error_seed_max": 0.03857415412024, "source_rmse_seed_mean": 0.0052462548423217, "source_rmse_seed_min": 0.0051792823323257, "source_rmse_seed_max": 0.0053031605628509, "shape_crps_seed_mean": 0.0625234329681082, "shape_crps_seed_min": 0.0612578426716102, "shape_crps_seed_max": 0.0643883137682375, "shape_nll_seed_mean": -0.9062176990604106, "shape_nll_seed_min": -0.9240971084053552, "shape_nll_seed_max": -0.8715114859282039, "log_amplitude_crps_seed_mean": 0.1093444460885964, "log_amplitude_crps_seed_min": 0.1081084595077521, "log_amplitude_crps_seed_max": 0.110458952093152, "log_amplitude_nll_seed_mean": -0.2243547580099158, "log_amplitude_nll_seed_min": -0.2287493952253343, "log_amplitude_nll_seed_max": -0.2167146238345952, "reconstruction_mse_seed_mean": 0.0003692712591295, "reconstruction_mse_seed_min": 0.0001657021743711, "reconstruction_mse_seed_max": 0.0005075417445385, "reconstruction_native_mse_seed_mean": 5.73285137739137e-07, "reconstruction_native_mse_seed_min": 2.4744592723500135e-07, "reconstruction_native_mse_seed_max": 8.966008590315093e-07, "source_support_seed_mean": 120.0, "source_support_seed_min": 120.0, "source_support_seed_max": 120.0, "observation_support_seed_mean": 240.0, "observation_support_seed_min": 240.0, "observation_support_seed_max": 240.0, "uncertainty_score_seed_mean": 0.3192097020607131, "uncertainty_score_seed_min": 0.3174141169292852, "uncertainty_score_seed_max": 0.3203923089895397, "shape_coverage_50_seed_mean": 0.5236653645833333, "shape_coverage_50_seed_min": 0.5157226562499999, "shape_coverage_50_seed_max": 0.5333658854166667, "shape_width_50_seed_mean": 0.1538527507534834, "shape_width_50_seed_min": 0.1515377146379251, "shape_width_50_seed_max": 0.1559674004630627, "log_amplitude_coverage_50_seed_mean": 0.5247395833333334, "log_amplitude_coverage_50_seed_min": 0.5234375, "log_amplitude_coverage_50_seed_max": 0.52734375, "log_amplitude_width_50_seed_mean": 0.2767545844835695, "log_amplitude_width_50_seed_min": 0.2754668301495258, "log_amplitude_width_50_seed_max": 0.2781495106173679, "shape_coverage_80_seed_mean": 0.8139322916666666, "shape_coverage_80_seed_min": 0.8084635416666667, "shape_coverage_80_seed_max": 0.82001953125, "shape_width_80_seed_mean": 0.2923250393786778, "shape_width_80_seed_min": 0.2879263984034575, "shape_width_80_seed_max": 0.2963429399234882, "log_amplitude_coverage_80_seed_mean": 0.7955729166666666, "log_amplitude_coverage_80_seed_min": 0.78125, "log_amplitude_coverage_80_seed_max": 0.81640625, "log_amplitude_width_80_seed_mean": 0.5258423679624684, "log_amplitude_width_80_seed_min": 0.5233955927542411, "log_amplitude_width_80_seed_max": 0.5284927718457766, "shape_coverage_95_seed_mean": 0.9490885416666668, "shape_coverage_95_seed_min": 0.9470377604166668, "shape_coverage_95_seed_max": 0.9517578125, "shape_width_95_seed_mean": 0.4470725677194423, "shape_width_95_seed_min": 0.4403454267588434, "shape_width_95_seed_max": 0.4532174164150395, "log_amplitude_coverage_95_seed_mean": 0.9596354166666666, "log_amplitude_coverage_95_seed_min": 0.95703125, "log_amplitude_coverage_95_seed_max": 0.9609375, "log_amplitude_width_95_seed_mean": 0.8042065026626611, "log_amplitude_width_95_seed_min": 0.8004644855391234, "log_amplitude_width_95_seed_max": 0.8082599436165765}, {"arm": "point_restricted_generator", "modality": "hb", "scenario": "feature_gain_only",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"feature_gain_only",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"feature_gain_only",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"Hb_gain_only",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0.1485530579382552, "shape_rmse_seed_min": 0.1459243974838219, "shape_rmse_seed_max": 0.1526714486401563, "log_amplitude_squared_error_seed_mean": 0.2368218161040292, "log_amplitude_squared_error_seed_min": 0.2261992984626227, "log_amplitude_squared_error_seed_max": 0.2469534558200458, "source_rmse_seed_mean": 0.016580085423004, "source_rmse_seed_min": 0.0153160801339919, "source_rmse_seed_max": 0.0172553426115575, "shape_crps_seed_mean": 0.095824062948658, "shape_crps_seed_min": 0.0938854454130705, "shape_crps_seed_max": 0.0985865718870627, "shape_nll_seed_mean": 1.929402349449487, "shape_nll_seed_min": 1.7181496067050224, "shape_nll_seed_max": 2.159107918703618, "log_amplitude_crps_seed_mean": 0.3812216382341173, "log_amplitude_crps_seed_min": 0.3700661280883198, "log_amplitude_crps_seed_max": 0.3913791589262639, "log_amplitude_nll_seed_mean": 11.161330282770402, "log_amplitude_nll_seed_min": 10.63868343476605, "log_amplitude_nll_seed_max": 12.163742041436958, "reconstruction_mse_seed_mean": 0.0005629262779232, "reconstruction_mse_seed_min": 0.0001579870309697, "reconstruction_mse_seed_max": 0.0010731227346498, "reconstruction_native_mse_seed_mean": 5.82212394897411e-07, "reconstruction_native_mse_seed_min": 1.6375570338421339e-07, "reconstruction_native_mse_seed_max": 1.0966852094848726e-06,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0.251171875, "shape_coverage_50_seed_min": 0.2391927083333333, "shape_coverage_50_seed_max": 0.259765625, "shape_width_50_seed_mean": 0.0778129075964291, "shape_width_50_seed_min": 0.0768165737390518, "shape_width_50_seed_max": 0.0795066580176353, "log_amplitude_coverage_50_seed_mean": 0.0481770833333333, "log_amplitude_coverage_50_seed_min": 0.04296875, "log_amplitude_coverage_50_seed_max": 0.05859375, "log_amplitude_width_50_seed_mean": 0.1309849719206492, "log_amplitude_width_50_seed_min": 0.1285582482814788, "log_amplitude_width_50_seed_max": 0.1337293684482574, "shape_coverage_80_seed_mean": 0.4397026909722222, "shape_coverage_80_seed_min": 0.4250651041666666, "shape_coverage_80_seed_max": 0.4500325520833333, "shape_width_80_seed_mean": 0.147846962014834, "shape_width_80_seed_min": 0.145953893661499, "shape_width_80_seed_max": 0.1510651409626007, "log_amplitude_coverage_80_seed_mean": 0.10546875, "log_amplitude_coverage_80_seed_min": 0.1015625, "log_amplitude_coverage_80_seed_max": 0.109375, "log_amplitude_width_80_seed_mean": 0.248875543475151, "log_amplitude_width_80_seed_min": 0.2442646771669387, "log_amplitude_width_80_seed_max": 0.2540899813175201, "shape_coverage_95_seed_mean": 0.6013454861111112, "shape_coverage_95_seed_min": 0.5862955729166667, "shape_coverage_95_seed_max": 0.61083984375, "shape_width_95_seed_mean": 0.2261124153931935, "shape_width_95_seed_min": 0.2232172042131424, "shape_width_95_seed_max": 0.2310342043638229, "log_amplitude_coverage_95_seed_mean": 0.171875, "log_amplitude_coverage_95_seed_min": 0.1640625, "log_amplitude_coverage_95_seed_max": 0.1796875, "log_amplitude_width_95_seed_mean": 0.3806222975254059, "log_amplitude_width_95_seed_min": 0.3735705912113189, "log_amplitude_width_95_seed_max": 0.3885971009731293}, {"arm": "point_randomized_generator", "modality": "hb", "scenario": "Hb_gain_only",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0.1140903299027169, "shape_rmse_seed_min": 0.109649405056055, "shape_rmse_seed_max": 0.1163116192844514, "log_amplitude_squared_error_seed_mean": 0.1505890227032226, "log_amplitude_squared_error_seed_min": 0.1427674038882261, "log_amplitude_squared_error_seed_max": 0.1568217174511485, "source_rmse_seed_mean": 0.011368539237869, "source_rmse_seed_min": 0.0105294004787633, "source_rmse_seed_max": 0.0118338845003749, "shape_crps_seed_mean": 0.0670090769815336, "shape_crps_seed_min": 0.0647316923945254, "shape_crps_seed_max": 0.0681568276790737, "shape_nll_seed_mean": -0.6813407021755765, "shape_nll_seed_min": -0.7137133788550273, "shape_nll_seed_max": -0.6645525173012478, "log_amplitude_crps_seed_mean": 0.2516087949160706, "log_amplitude_crps_seed_min": 0.2418061834034891, "log_amplitude_crps_seed_max": 0.2594204138011342, "log_amplitude_nll_seed_mean": 1.1519462624762795, "log_amplitude_nll_seed_min": 1.048244900533147, "log_amplitude_nll_seed_max": 1.224173928839131, "reconstruction_mse_seed_mean": 0.0005912723357121, "reconstruction_mse_seed_min": 0.0003414099834204, "reconstruction_mse_seed_max": 0.0007179154723259, "reconstruction_native_mse_seed_mean": 8.453397752230156e-07, "reconstruction_native_mse_seed_min": 4.082314267576986e-07, "reconstruction_native_mse_seed_max": 1.1549564401767698e-06,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0.587890625, "shape_coverage_50_seed_min": 0.5824218749999999, "shape_coverage_50_seed_max": 0.5923177083333333, "shape_width_50_seed_mean": 0.1756202081839243, "shape_width_50_seed_min": 0.1697242259979248, "shape_width_50_seed_max": 0.1792287975549698, "log_amplitude_coverage_50_seed_mean": 0.1770833333333333, "log_amplitude_coverage_50_seed_min": 0.1640625, "log_amplitude_coverage_50_seed_max": 0.19140625, "log_amplitude_width_50_seed_mean": 0.2738283673922221, "log_amplitude_width_50_seed_min": 0.2725711464881897, "log_amplitude_width_50_seed_max": 0.2747800648212433, "shape_coverage_80_seed_mean": 0.84716796875, "shape_coverage_80_seed_min": 0.8459309895833333, "shape_coverage_80_seed_max": 0.8478841145833333, "shape_width_80_seed_mean": 0.3336838781833648, "shape_width_80_seed_min": 0.3224813342094421, "shape_width_80_seed_max": 0.3405403196811676, "log_amplitude_coverage_80_seed_mean": 0.3658854166666667, "log_amplitude_coverage_80_seed_min": 0.34375, "log_amplitude_coverage_80_seed_max": 0.39453125, "log_amplitude_width_80_seed_mean": 0.5202824870745341, "log_amplitude_width_80_seed_min": 0.5178937315940857, "log_amplitude_width_80_seed_max": 0.5220907330513, "shape_coverage_95_seed_mean": 0.9562065972222222, "shape_coverage_95_seed_min": 0.9551432291666666, "shape_coverage_95_seed_max": 0.95712890625, "shape_width_95_seed_mean": 0.5103254715601603, "shape_width_95_seed_min": 0.4931926727294922, "shape_width_95_seed_max": 0.5208114981651306, "log_amplitude_coverage_95_seed_mean": 0.625, "log_amplitude_coverage_95_seed_min": 0.6015625, "log_amplitude_coverage_95_seed_max": 0.6640625, "log_amplitude_width_95_seed_mean": 0.7957033713658651, "log_amplitude_width_95_seed_min": 0.7920500636100769, "log_amplitude_width_95_seed_max": 0.7984688878059387}, {"arm": "distribution_randomized_generator", "modality": "hb", "scenario": "Hb_gain_only",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0.0953755106210421, "shape_rmse_seed_min": 0.0919410048454956, "shape_rmse_seed_max": 0.0986522380066536, "log_amplitude_squared_error_seed_mean": 0.1608732999305938, "log_amplitude_squared_error_seed_min": 0.1534596196391082, "log_amplitude_squared_error_seed_max": 0.1747694523239011, "source_rmse_seed_mean": 0.0114584724038318, "source_rmse_seed_min": 0.0108215109805475, "source_rmse_seed_max": 0.012234462005331, "shape_crps_seed_mean": 0.0540501498425, "shape_crps_seed_min": 0.0521885490737834, "shape_crps_seed_max": 0.0559325595610289, "shape_nll_seed_mean": -1.0104721499079865, "shape_nll_seed_min": -1.046982716092801, "shape_nll_seed_max": -0.970342324587788, "log_amplitude_crps_seed_mean": 0.2592369687947838, "log_amplitude_crps_seed_min": 0.2518775840121071, "log_amplitude_crps_seed_max": 0.2731419004414603, "log_amplitude_nll_seed_mean": 1.033935526667286, "log_amplitude_nll_seed_min": 0.978611373500448, "log_amplitude_nll_seed_max": 1.135731649666516, "reconstruction_mse_seed_mean": 0.0008533614283902, "reconstruction_mse_seed_min": 0.0006374051553096, "reconstruction_mse_seed_max": 0.0011433800246771, "reconstruction_native_mse_seed_mean": 1.256265089723416e-06, "reconstruction_native_mse_seed_min": 8.191765564484228e-07, "reconstruction_native_mse_seed_max": 1.9417177921261064e-06, "source_support_seed_mean": 120.0, "source_support_seed_min": 120.0, "source_support_seed_max": 120.0, "observation_support_seed_mean": 240.0, "observation_support_seed_min": 240.0, "observation_support_seed_max": 240.0, "uncertainty_score_seed_mean": 0.323215906896318, "uncertainty_score_seed_min": 0.3183598862960934, "uncertainty_score_seed_max": 0.3258862311486155, "shape_coverage_50_seed_mean": 0.5009548611111111, "shape_coverage_50_seed_min": 0.4812825520833332, "shape_coverage_50_seed_max": 0.5211263020833333, "shape_width_50_seed_mean": 0.132159629031715, "shape_width_50_seed_min": 0.1270764482165153, "shape_width_50_seed_max": 0.1385983182781274, "log_amplitude_coverage_50_seed_mean": 0.1588541666666666, "log_amplitude_coverage_50_seed_min": 0.14453125, "log_amplitude_coverage_50_seed_max": 0.16796875, "log_amplitude_width_50_seed_mean": 0.3038519954619308, "log_amplitude_width_50_seed_min": 0.2986568313208408, "log_amplitude_width_50_seed_max": 0.3125373885850422, "shape_coverage_80_seed_mean": 0.8073133680555555, "shape_coverage_80_seed_min": 0.7912760416666667, "shape_coverage_80_seed_max": 0.8267903645833333, "shape_width_80_seed_mean": 0.2511074295301013, "shape_width_80_seed_min": 0.2414492269472248, "shape_width_80_seed_max": 0.2633411404983538, "log_amplitude_coverage_80_seed_mean": 0.3671875, "log_amplitude_coverage_80_seed_min": 0.359375, "log_amplitude_coverage_80_seed_max": 0.37890625, "log_amplitude_width_80_seed_mean": 0.5773282958349834, "log_amplitude_width_80_seed_min": 0.5674573209835216, "log_amplitude_width_80_seed_max": 0.593830815050751, "shape_coverage_95_seed_mean": 0.9511610243055556, "shape_coverage_95_seed_min": 0.9397786458333331, "shape_coverage_95_seed_max": 0.9619140625, "shape_width_95_seed_mean": 0.3840356731936077, "shape_width_95_seed_min": 0.3692647271003807, "shape_width_95_seed_max": 0.402745519480474, "log_amplitude_coverage_95_seed_mean": 0.6510416666666666, "log_amplitude_coverage_95_seed_min": 0.640625, "log_amplitude_coverage_95_seed_max": 0.671875, "log_amplitude_width_95_seed_mean": 0.882947435680156, "log_amplitude_width_95_seed_min": 0.8678510820027441, "log_amplitude_width_95_seed_max": 0.9081858629360796}, {"arm": "point_restricted_generator", "modality": "hb", "scenario": "common_Hb",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0.1971802894934603, "shape_rmse_seed_min": 0.19183664447844, "shape_rmse_seed_max": 0.2014762212402225, "log_amplitude_squared_error_seed_mean": 0.0415304419632002, "log_amplitude_squared_error_seed_min": 0.0405253897299418, "log_amplitude_squared_error_seed_max": 0.0432696317705941, "source_rmse_seed_mean": 0.0072071467773954, "source_rmse_seed_min": 0.0069962684618081, "source_rmse_seed_max": 0.0073854954284317, "shape_crps_seed_mean": 0.1316029378591035, "shape_crps_seed_min": 0.1278572439157263, "shape_crps_seed_max": 0.134669577712854, "shape_nll_seed_mean": 4.886254987310774, "shape_nll_seed_min": 4.25102782776036, "shape_nll_seed_max": 5.400106397779504, "log_amplitude_crps_seed_mean": 0.1276382678246244, "log_amplitude_crps_seed_min": 0.124678376771178, "log_amplitude_crps_seed_max": 0.1308382440364976, "log_amplitude_nll_seed_mean": 0.7927864589340369, "log_amplitude_nll_seed_min": 0.669489657390157, "log_amplitude_nll_seed_max": 0.9503393606147452, "reconstruction_mse_seed_mean": 0.0002434437273157, "reconstruction_mse_seed_min": 0.000118339850191, "reconstruction_mse_seed_max": 0.0003403374851454, "reconstruction_native_mse_seed_mean": 2.200379637789282e-07, "reconstruction_native_mse_seed_min": 1.1362996563782953e-07, "reconstruction_native_mse_seed_max": 2.74514500435015e-07,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0.1869357638888888, "shape_coverage_50_seed_min": 0.1815755208333333, "shape_coverage_50_seed_max": 0.1922526041666666, "shape_width_50_seed_mean": 0.0778129075964291, "shape_width_50_seed_min": 0.0768165737390518, "shape_width_50_seed_max": 0.0795066580176353, "log_amplitude_coverage_50_seed_mean": 0.2239583333333333, "log_amplitude_coverage_50_seed_min": 0.22265625, "log_amplitude_coverage_50_seed_max": 0.2265625, "log_amplitude_width_50_seed_mean": 0.1309849719206492, "log_amplitude_width_50_seed_min": 0.1285582482814788, "log_amplitude_width_50_seed_max": 0.1337293684482574, "shape_coverage_80_seed_mean": 0.3417534722222222, "shape_coverage_80_seed_min": 0.33388671875, "shape_coverage_80_seed_max": 0.3486002604166666, "shape_width_80_seed_mean": 0.147846962014834, "shape_width_80_seed_min": 0.145953893661499, "shape_width_80_seed_max": 0.1510651409626007, "log_amplitude_coverage_80_seed_mean": 0.4309895833333333, "log_amplitude_coverage_80_seed_min": 0.40234375, "log_amplitude_coverage_80_seed_max": 0.47265625, "log_amplitude_width_80_seed_mean": 0.248875543475151, "log_amplitude_width_80_seed_min": 0.2442646771669387, "log_amplitude_width_80_seed_max": 0.2540899813175201, "shape_coverage_95_seed_mean": 0.4882703993055555, "shape_coverage_95_seed_min": 0.47900390625, "shape_coverage_95_seed_max": 0.49970703125, "shape_width_95_seed_mean": 0.2261124153931935, "shape_width_95_seed_min": 0.2232172042131424, "shape_width_95_seed_max": 0.2310342043638229, "log_amplitude_coverage_95_seed_mean": 0.6223958333333334, "log_amplitude_coverage_95_seed_min": 0.609375, "log_amplitude_coverage_95_seed_max": 0.63671875, "log_amplitude_width_95_seed_mean": 0.3806222975254059, "log_amplitude_width_95_seed_min": 0.3735705912113189, "log_amplitude_width_95_seed_max": 0.3885971009731293}, {"arm": "point_randomized_generator", "modality": "hb", "scenario": "common_Hb", "variant": "intervention", "optimization_seed_count": 3, "optimization_seeds": "101|202|303", "unique_evaluation_base_ids": 256, "cases_per_seed_min": 256, "cases_per_seed_max": 256, "independence_unit": "shared_base_identity_not_optimization_seed", "shape_rmse_seed_mean": 0.2101182247757997, "shape_rmse_seed_min": 0.2074954077401026, "shape_rmse_seed_max": 0.2133238823917949, "log_amplitude_squared_error_seed_mean": 0.0421972855709251, "log_amplitude_squared_error_seed_min": 0.041391711308883, "log_amplitude_squared_error_seed_max": 0.0436608483778098, "source_rmse_seed_mean": 0.0070793284110028, "source_rmse_seed_min": 0.0070013663290882, "source_rmse_seed_max": 0.0071846554378615, "shape_crps_seed_mean": 0.1269870223731535, "shape_crps_seed_min": 0.125067399927866, "shape_crps_seed_max": 0.1289331967415516, "shape_nll_seed_mean": 0.4591689881131363, "shape_nll_seed_min": 0.4128905678982846, "shape_nll_seed_max": 0.5132908839732409, "log_amplitude_crps_seed_mean": 0.1159228328306178, "log_amplitude_crps_seed_min": 0.1143525562577312, "log_amplitude_crps_seed_max": 0.1178267331856004, "log_amplitude_nll_seed_mean": -0.1636715961251133, "log_amplitude_nll_seed_min": -0.1733514434798141, "log_amplitude_nll_seed_max": -0.1460528132411341, "reconstruction_mse_seed_mean": 0.0008448283768943, "reconstruction_mse_seed_min": 0.0005590936065638, "reconstruction_mse_seed_max": 0.00120368532756, "reconstruction_native_mse_seed_mean": 1.0979331757677465e-06, "reconstruction_native_mse_seed_min": 8.04094760099922e-07, "reconstruction_native_mse_seed_max": 1.446346825495905e-06,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0.39091796875, "shape_coverage_50_seed_min": 0.3840169270833333, "shape_coverage_50_seed_max": 0.4008463541666666, "shape_width_50_seed_mean": 0.1756202081839243, "shape_width_50_seed_min": 0.1697242259979248, "shape_width_50_seed_max": 0.1792287975549698, "log_amplitude_coverage_50_seed_mean": 0.5104166666666666, "log_amplitude_coverage_50_seed_min": 0.48828125, "log_amplitude_coverage_50_seed_max": 0.5234375, "log_amplitude_width_50_seed_mean": 0.2738283673922221, "log_amplitude_width_50_seed_min": 0.2725711464881897, "log_amplitude_width_50_seed_max": 0.2747800648212433, "shape_coverage_80_seed_mean": 0.6221896701388888, "shape_coverage_80_seed_min": 0.6112630208333332, "shape_coverage_80_seed_max": 0.6369791666666667, "shape_width_80_seed_mean": 0.3336838781833648, "shape_width_80_seed_min": 0.3224813342094421, "shape_width_80_seed_max": 0.3405403196811676, "log_amplitude_coverage_80_seed_mean": 0.7903645833333334, "log_amplitude_coverage_80_seed_min": 0.78125, "log_amplitude_coverage_80_seed_max": 0.80078125, "log_amplitude_width_80_seed_mean": 0.5202824870745341, "log_amplitude_width_80_seed_min": 0.5178937315940857, "log_amplitude_width_80_seed_max": 0.5220907330513, "shape_coverage_95_seed_mean": 0.7893771701388889, "shape_coverage_95_seed_min": 0.7764973958333333, "shape_coverage_95_seed_max": 0.79794921875, "shape_width_95_seed_mean": 0.5103254715601603, "shape_width_95_seed_min": 0.4931926727294922, "shape_width_95_seed_max": 0.5208114981651306, "log_amplitude_coverage_95_seed_mean": 0.9375, "log_amplitude_coverage_95_seed_min": 0.93359375, "log_amplitude_coverage_95_seed_max": 0.9453125, "log_amplitude_width_95_seed_mean": 0.7957033713658651, "log_amplitude_width_95_seed_min": 0.7920500636100769, "log_amplitude_width_95_seed_max": 0.7984688878059387}, {"arm": "distribution_randomized_generator", "modality": "hb", "scenario": "common_Hb",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0.1918610094492206, "shape_rmse_seed_min": 0.1896767161007134, "shape_rmse_seed_max": 0.1939832596890703, "log_amplitude_squared_error_seed_mean": 0.0419415306440779, "log_amplitude_squared_error_seed_min": 0.0413412322831577, "log_amplitude_squared_error_seed_max": 0.0426379522966593, "source_rmse_seed_mean": 0.0068073296509576, "source_rmse_seed_min": 0.0067290511613694, "source_rmse_seed_max": 0.0068562947734205, "shape_crps_seed_mean": 0.1107004189031714, "shape_crps_seed_min": 0.1100715231405502, "shape_crps_seed_max": 0.1115300397081076, "shape_nll_seed_mean": -0.0906117811191102, "shape_nll_seed_min": -0.1227202440311278, "shape_nll_seed_max": -0.0483098204693912, "log_amplitude_crps_seed_mean": 0.1156424425898502, "log_amplitude_crps_seed_min": 0.1150117918497649, "log_amplitude_crps_seed_max": 0.116575684138943, "log_amplitude_nll_seed_mean": -0.1695127663902274, "log_amplitude_nll_seed_min": -0.1714869966475977, "log_amplitude_nll_seed_max": -0.1681137812836138, "reconstruction_mse_seed_mean": 0.0010856559971355, "reconstruction_mse_seed_min": 0.0006738118530161, "reconstruction_mse_seed_max": 0.0014115721405288, "reconstruction_native_mse_seed_mean": 1.448200714680323e-06, "reconstruction_native_mse_seed_min": 8.103803664622689e-07, "reconstruction_native_mse_seed_max": 2.076624240834932e-06, "source_support_seed_mean": 120.0, "source_support_seed_min": 120.0, "source_support_seed_max": 120.0, "observation_support_seed_mean": 240.0, "observation_support_seed_min": 240.0, "observation_support_seed_max": 240.0, "uncertainty_score_seed_mean": 0.3484367769948828, "uncertainty_score_seed_min": 0.3391936892876401, "uncertainty_score_seed_max": 0.3584806545404717, "shape_coverage_50_seed_mean": 0.4035481770833333, "shape_coverage_50_seed_min": 0.3947916666666666, "shape_coverage_50_seed_max": 0.4200520833333333, "shape_width_50_seed_mean": 0.2028472915320688, "shape_width_50_seed_min": 0.1908597555985882, "shape_width_50_seed_max": 0.2189324522061118, "log_amplitude_coverage_50_seed_mean": 0.4947916666666667, "log_amplitude_coverage_50_seed_min": 0.484375, "log_amplitude_coverage_50_seed_max": 0.5078125, "log_amplitude_width_50_seed_mean": 0.2671867685761147, "log_amplitude_width_50_seed_min": 0.2646505938319023, "log_amplitude_width_50_seed_max": 0.2702041418815497, "shape_coverage_80_seed_mean": 0.6680664062499999, "shape_coverage_80_seed_min": 0.6554036458333332, "shape_coverage_80_seed_max": 0.69169921875, "shape_width_80_seed_mean": 0.3854161995110998, "shape_width_80_seed_min": 0.3626395062640464, "shape_width_80_seed_max": 0.4159785080119036, "log_amplitude_coverage_80_seed_mean": 0.7708333333333334, "log_amplitude_coverage_80_seed_min": 0.75390625, "log_amplitude_coverage_80_seed_max": 0.78125, "log_amplitude_width_80_seed_mean": 0.5076632175478153, "log_amplitude_width_80_seed_min": 0.5028444060008042, "log_amplitude_width_80_seed_max": 0.5133963205735199, "shape_coverage_95_seed_mean": 0.8397677951388888, "shape_coverage_95_seed_min": 0.8258138020833333, "shape_coverage_95_seed_max": 0.8599609375, "shape_width_95_seed_mean": 0.5894432113939628, "shape_width_95_seed_min": 0.5546092649325146, "shape_width_95_seed_max": 0.6361842289290507, "log_amplitude_coverage_95_seed_mean": 0.9375, "log_amplitude_coverage_95_seed_min": 0.9296875, "log_amplitude_coverage_95_seed_max": 0.94921875, "log_amplitude_width_95_seed_mean": 0.7764038923196495, "log_amplitude_width_95_seed_min": 0.769034156226553, "log_amplitude_width_95_seed_max": 0.7851719169411808}, {"arm": "point_restricted_generator", "modality": "hb", "scenario": "tau_change",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0.17695778535043, "shape_rmse_seed_min": 0.1677741715289603, "shape_rmse_seed_max": 0.1901241544369394, "log_amplitude_squared_error_seed_mean": 0.0414799379445971, "log_amplitude_squared_error_seed_min": 0.0389144720542269, "log_amplitude_squared_error_seed_max": 0.0440614802973319, "source_rmse_seed_mean": 0.0066976756697633, "source_rmse_seed_min": 0.0063223856064443, "source_rmse_seed_max": 0.0071492951559142, "shape_crps_seed_mean": 0.1173983618824422, "shape_crps_seed_min": 0.1106447715331341, "shape_crps_seed_max": 0.1269638831919413, "shape_nll_seed_mean": 3.9634652092703617, "shape_nll_seed_min": 3.1648240152164364, "shape_nll_seed_max": 4.997326516771379, "log_amplitude_crps_seed_mean": 0.1271962497434009, "log_amplitude_crps_seed_min": 0.1230411173601626, "log_amplitude_crps_seed_max": 0.129762347463655, "log_amplitude_nll_seed_mean": 0.7861903955574204, "log_amplitude_nll_seed_min": 0.6582472343287339, "log_amplitude_nll_seed_max": 0.8509263145029077, "reconstruction_mse_seed_mean": 9.516872211167598e-05, "reconstruction_mse_seed_min": 2.547716936595667e-05, "reconstruction_mse_seed_max": 0.0001952196839738, "reconstruction_native_mse_seed_mean": 7.871482277080435e-08, "reconstruction_native_mse_seed_min": 2.5577360813772147e-08, "reconstruction_native_mse_seed_max": 1.3667371330659058e-07,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0.2371961805555555, "shape_coverage_50_seed_min": 0.230078125, "shape_coverage_50_seed_max": 0.24912109375, "shape_width_50_seed_mean": 0.0778129075964291, "shape_width_50_seed_min": 0.0768165737390518, "shape_width_50_seed_max": 0.0795066580176353, "log_amplitude_coverage_50_seed_mean": 0.2369791666666666, "log_amplitude_coverage_50_seed_min": 0.22265625, "log_amplitude_coverage_50_seed_max": 0.26171875, "log_amplitude_width_50_seed_mean": 0.1309849719206492, "log_amplitude_width_50_seed_min": 0.1285582482814788, "log_amplitude_width_50_seed_max": 0.1337293684482574, "shape_coverage_80_seed_mean": 0.4104058159722222, "shape_coverage_80_seed_min": 0.39619140625, "shape_coverage_80_seed_max": 0.42509765625, "shape_width_80_seed_mean": 0.147846962014834, "shape_width_80_seed_min": 0.145953893661499, "shape_width_80_seed_max": 0.1510651409626007, "log_amplitude_coverage_80_seed_mean": 0.4322916666666667, "log_amplitude_coverage_80_seed_min": 0.40625, "log_amplitude_coverage_80_seed_max": 0.4609375, "log_amplitude_width_80_seed_mean": 0.248875543475151, "log_amplitude_width_80_seed_min": 0.2442646771669387, "log_amplitude_width_80_seed_max": 0.2540899813175201, "shape_coverage_95_seed_mean": 0.5549587673611112, "shape_coverage_95_seed_min": 0.5331054687500001, "shape_coverage_95_seed_max": 0.57685546875, "shape_width_95_seed_mean": 0.2261124153931935, "shape_width_95_seed_min": 0.2232172042131424, "shape_width_95_seed_max": 0.2310342043638229, "log_amplitude_coverage_95_seed_mean": 0.6263020833333334, "log_amplitude_coverage_95_seed_min": 0.60546875,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"tau_change",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0.1272688320424589, "shape_rmse_seed_min": 0.121123507105407, "shape_rmse_seed_max": 0.1327361195701225, "log_amplitude_squared_error_seed_mean": 0.0399875704163939, "log_amplitude_squared_error_seed_min": 0.0361651821221809, "log_amplitude_squared_error_seed_max": 0.0436425378288382, "source_rmse_seed_mean": 0.0054622120104588, "source_rmse_seed_min": 0.0053730041751216, "source_rmse_seed_max": 0.0056062945340605, "shape_crps_seed_mean": 0.0755194799965465, "shape_crps_seed_min": 0.0720595185495161, "shape_crps_seed_max": 0.079024887126737, "shape_nll_seed_mean": -0.5311678399978619, "shape_nll_seed_min": -0.5759736723576983, "shape_nll_seed_max": -0.4811577491850282, "log_amplitude_crps_seed_mean": 0.1126515983281248, "log_amplitude_crps_seed_min": 0.1079033944683521, "log_amplitude_crps_seed_max": 0.1169743972536573, "log_amplitude_nll_seed_mean": -0.1906018617824754, "log_amplitude_nll_seed_min": -0.2373594432126201, "log_amplitude_nll_seed_max": -0.1461454970173833, "reconstruction_mse_seed_mean": 0.0002065248591963, "reconstruction_mse_seed_min": 0.0001770049482762, "reconstruction_mse_seed_max": 0.0002653168722881, "reconstruction_native_mse_seed_mean": 3.026660765053849e-07, "reconstruction_native_mse_seed_min": 2.2604734909568066e-07, "reconstruction_native_mse_seed_max": 4.276021839711616e-07,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0.5725911458333334, "shape_coverage_50_seed_min": 0.5594075520833334, "shape_coverage_50_seed_max": 0.5792643229166667, "shape_width_50_seed_mean": 0.1756202081839243, "shape_width_50_seed_min": 0.1697242259979248, "shape_width_50_seed_max": 0.1792287975549698, "log_amplitude_coverage_50_seed_mean": 0.5416666666666666, "log_amplitude_coverage_50_seed_min": 0.53125, "log_amplitude_coverage_50_seed_max": 0.546875, "log_amplitude_width_50_seed_mean": 0.2738283673922221, "log_amplitude_width_50_seed_min": 0.2725711464881897, "log_amplitude_width_50_seed_max": 0.2747800648212433, "shape_coverage_80_seed_mean": 0.8131293402777778, "shape_coverage_80_seed_min": 0.80595703125, "shape_coverage_80_seed_max": 0.8193684895833333, "shape_width_80_seed_mean": 0.3336838781833648, "shape_width_80_seed_min": 0.3224813342094421, "shape_width_80_seed_max": 0.3405403196811676, "log_amplitude_coverage_80_seed_mean": 0.78515625, "log_amplitude_coverage_80_seed_min": 0.76953125, "log_amplitude_coverage_80_seed_max": 0.8046875, "log_amplitude_width_80_seed_mean": 0.5202824870745341, "log_amplitude_width_80_seed_min": 0.5178937315940857, "log_amplitude_width_80_seed_max": 0.5220907330513, "shape_coverage_95_seed_mean": 0.9258246527777776, "shape_coverage_95_seed_min": 0.9203450520833332, "shape_coverage_95_seed_max": 0.92978515625, "shape_width_95_seed_mean": 0.5103254715601603, "shape_width_95_seed_min": 0.4931926727294922, "shape_width_95_seed_max": 0.5208114981651306, "log_amplitude_coverage_95_seed_mean": 0.9557291666666666, "log_amplitude_coverage_95_seed_min": 0.94140625, "log_amplitude_coverage_95_seed_max": 0.97265625, "log_amplitude_width_95_seed_mean": 0.7957033713658651, "log_amplitude_width_95_seed_min": 0.7920500636100769, "log_amplitude_width_95_seed_max": 0.7984688878059387}, {"arm": "distribution_randomized_generator", "modality": "hb", "scenario": "tau_change",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0.109976205375571, "shape_rmse_seed_min": 0.1050723486705349, "shape_rmse_seed_max": 0.1137827622556876, "log_amplitude_squared_error_seed_mean": 0.0392367760152208, "log_amplitude_squared_error_seed_min": 0.0364209435886495, "log_amplitude_squared_error_seed_max": 0.0427803576990556, "source_rmse_seed_mean": 0.0053074267033876, "source_rmse_seed_min": 0.0050460500680176, "source_rmse_seed_max": 0.0054622032068613, "shape_crps_seed_mean": 0.0625940242052517, "shape_crps_seed_min": 0.0601261826135517, "shape_crps_seed_max": 0.0646385227657901, "shape_nll_seed_mean": -0.891386615272495, "shape_nll_seed_min": -0.9258491777572392, "shape_nll_seed_max": -0.8597349951431776, "log_amplitude_crps_seed_mean": 0.1113240873314999, "log_amplitude_crps_seed_min": 0.1073445152294809, "log_amplitude_crps_seed_max": 0.1160277220564342, "log_amplitude_nll_seed_mean": -0.2000558059745492, "log_amplitude_nll_seed_min": -0.2250192840722396, "log_amplitude_nll_seed_max": -0.1608134092820324, "reconstruction_mse_seed_mean": 0.0003367969169909, "reconstruction_mse_seed_min": 0.0001369043099366, "reconstruction_mse_seed_max": 0.0004655450741289, "reconstruction_native_mse_seed_mean": 5.377737357354764e-07, "reconstruction_native_mse_seed_min": 2.130282428733398e-07, "reconstruction_native_mse_seed_max": 8.490681945106695e-07, "source_support_seed_mean": 120.0, "source_support_seed_min": 120.0, "source_support_seed_max": 120.0, "observation_support_seed_mean": 240.0, "observation_support_seed_min": 240.0, "observation_support_seed_max": 240.0, "uncertainty_score_seed_mean": 0.3106817273073829, "uncertainty_score_seed_min": 0.3052241572877392, "uncertainty_score_seed_max": 0.3136468018055893, "shape_coverage_50_seed_mean": 0.5351236979166667, "shape_coverage_50_seed_min": 0.5279622395833333, "shape_coverage_50_seed_max": 0.5400065104166667, "shape_width_50_seed_mean": 0.1557004719187211, "shape_width_50_seed_min": 0.153637848884864, "shape_width_50_seed_max": 0.1583255651526997, "log_amplitude_coverage_50_seed_mean": 0.5169270833333334, "log_amplitude_coverage_50_seed_min": 0.515625, "log_amplitude_coverage_50_seed_max": 0.51953125, "log_amplitude_width_50_seed_mean": 0.2634028015114988, "log_amplitude_width_50_seed_min": 0.2581032742746174, "log_amplitude_width_50_seed_max": 0.2679650957288686, "shape_coverage_80_seed_mean": 0.8270724826388888, "shape_coverage_80_seed_min": 0.82255859375, "shape_coverage_80_seed_max": 0.8346028645833332, "shape_width_80_seed_mean": 0.2958357674618633, "shape_width_80_seed_min": 0.2919167192136229, "shape_width_80_seed_max": 0.3008235266886913, "log_amplitude_coverage_80_seed_mean": 0.7864583333333334, "log_amplitude_coverage_80_seed_min": 0.78125, "log_amplitude_coverage_80_seed_max": 0.7890625, "log_amplitude_width_80_seed_mean": 0.5004735617937209, "log_amplitude_width_80_seed_min": 0.4904042950947769, "log_amplitude_width_80_seed_max": 0.50914206384914, "shape_coverage_95_seed_mean": 0.953537326388889, "shape_coverage_95_seed_min": 0.95107421875, "shape_coverage_95_seed_max": 0.9577799479166668, "shape_width_95_seed_mean": 0.4524417629122682, "shape_width_95_seed_min": 0.4464480958926288, "shape_width_95_seed_max": 0.46006988243001, "log_amplitude_coverage_95_seed_mean": 0.9479166666666666, "log_amplitude_coverage_95_seed_min": 0.9375, "log_amplitude_coverage_95_seed_max": 0.95703125, "log_amplitude_width_95_seed_mean": 0.7654082622999946, "log_amplitude_width_95_seed_min": 0.7500086481450126, "log_amplitude_width_95_seed_max": 0.7786655911477283}, {"arm": "point_restricted_generator", "modality": "hb", "scenario": "initial_change",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0.1887100770964226, "shape_rmse_seed_min": 0.1750503413476412, "shape_rmse_seed_max": 0.1980283552137052, "log_amplitude_squared_error_seed_mean": 0.0697400849756587, "log_amplitude_squared_error_seed_min": 0.0456020716862313, "log_amplitude_squared_error_seed_max": 0.0899388294492776, "source_rmse_seed_mean": 0.006805937257838, "source_rmse_seed_min": 0.0066052542448503, "source_rmse_seed_max": 0.0070599611089765, "shape_crps_seed_mean": 0.1306374013123281, "shape_crps_seed_min": 0.1196378940443234, "shape_crps_seed_max": 0.1375374186884982, "shape_nll_seed_mean": 5.345286093165892, "shape_nll_seed_min": 4.188501297065523, "shape_nll_seed_max": 6.03872568361694, "log_amplitude_crps_seed_mean": 0.16077547581677, "log_amplitude_crps_seed_min": 0.12890973749918, "log_amplitude_crps_seed_max": 0.187514072091819, "log_amplitude_nll_seed_mean": 2.3098691595881005, "log_amplitude_nll_seed_min": 0.9277793082741468, "log_amplitude_nll_seed_max": 3.377342814123052, "reconstruction_mse_seed_mean": 0.0001626908557112, "reconstruction_mse_seed_min": 5.336051013985943e-05, "reconstruction_mse_seed_max": 0.0002619468541935, "reconstruction_native_mse_seed_mean": 1.3986419596380378e-07, "reconstruction_native_mse_seed_min": 6.201592608551184e-08, "reconstruction_native_mse_seed_max": 1.8780439768937697e-07,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0.2053276909722222, "shape_coverage_50_seed_min": 0.2000976562499999, "shape_coverage_50_seed_max": 0.2099609375, "shape_width_50_seed_mean": 0.0778129075964291, "shape_width_50_seed_min": 0.0768165737390518, "shape_width_50_seed_max": 0.0795066580176353, "log_amplitude_coverage_50_seed_mean": 0.2096354166666666, "log_amplitude_coverage_50_seed_min": 0.17578125, "log_amplitude_coverage_50_seed_max": 0.26171875, "log_amplitude_width_50_seed_mean": 0.1309849719206492, "log_amplitude_width_50_seed_min": 0.1285582482814788, "log_amplitude_width_50_seed_max": 0.1337293684482574, "shape_coverage_80_seed_mean": 0.3681532118055555, "shape_coverage_80_seed_min": 0.3646484375, "shape_coverage_80_seed_max": 0.37490234375, "shape_width_80_seed_mean": 0.147846962014834, "shape_width_80_seed_min": 0.145953893661499, "shape_width_80_seed_max": 0.1510651409626007, "log_amplitude_coverage_80_seed_mean": 0.3880208333333333, "log_amplitude_coverage_80_seed_min": 0.359375, "log_amplitude_coverage_80_seed_max": 0.43359375, "log_amplitude_width_80_seed_mean": 0.248875543475151, "log_amplitude_width_80_seed_min": 0.2442646771669387, "log_amplitude_width_80_seed_max": 0.2540899813175201, "shape_coverage_95_seed_mean": 0.5142035590277777, "shape_coverage_95_seed_min": 0.5048502604166667, "shape_coverage_95_seed_max": 0.5327799479166666, "shape_width_95_seed_mean": 0.2261124153931935, "shape_width_95_seed_min": 0.2232172042131424, "shape_width_95_seed_max": 0.2310342043638229, "log_amplitude_coverage_95_seed_mean": 0.5638020833333334, "log_amplitude_coverage_95_seed_min": 0.5, "log_amplitude_coverage_95_seed_max": 0.65234375, "log_amplitude_width_95_seed_mean": 0.3806222975254059, "log_amplitude_width_95_seed_min": 0.3735705912113189, "log_amplitude_width_95_seed_max": 0.3885971009731293}, {"arm": "point_randomized_generator", "modality": "hb", "scenario": "initial_change",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0.142806098775312, "shape_rmse_seed_min": 0.1381871593240728, "shape_rmse_seed_max": 0.1492113761057105, "log_amplitude_squared_error_seed_mean": 0.032722426305558, "log_amplitude_squared_error_seed_min": 0.0313196518969865, "log_amplitude_squared_error_seed_max": 0.034107826401169, "source_rmse_seed_mean": 0.0054782912208319, "source_rmse_seed_min": 0.0053187159880366, "source_rmse_seed_max": 0.0056350206306365, "shape_crps_seed_mean": 0.0871256942100444, "shape_crps_seed_min": 0.0845451149890626, "shape_crps_seed_max": 0.0915480451783878, "shape_nll_seed_mean": -0.3563057970747145, "shape_nll_seed_min": -0.407908196010006, "shape_nll_seed_max": -0.281069997321659, "log_amplitude_crps_seed_mean": 0.1024701437758052, "log_amplitude_crps_seed_min": 0.1004713160794191, "log_amplitude_crps_seed_max": 0.1044204788862244, "log_amplitude_nll_seed_mean": -0.2785562096215465, "log_amplitude_nll_seed_min": -0.2947721655218969, "log_amplitude_nll_seed_max": -0.2615872269616396, "reconstruction_mse_seed_mean": 0.000300759687226, "reconstruction_mse_seed_min": 0.0002363679527956, "reconstruction_mse_seed_max": 0.0004075245398937, "reconstruction_native_mse_seed_mean": 3.784769562255205e-07, "reconstruction_native_mse_seed_min": 3.060382607462824e-07, "reconstruction_native_mse_seed_max": 5.23327460543367e-07,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0.5036458333333333, "shape_coverage_50_seed_min": 0.50263671875, "shape_coverage_50_seed_max": 0.5049479166666667, "shape_width_50_seed_mean": 0.1756202081839243, "shape_width_50_seed_min": 0.1697242259979248, "shape_width_50_seed_max": 0.1792287975549698, "log_amplitude_coverage_50_seed_mean": 0.5377604166666666, "log_amplitude_coverage_50_seed_min": 0.51171875, "log_amplitude_coverage_50_seed_max": 0.5625, "log_amplitude_width_50_seed_mean": 0.2738283673922221, "log_amplitude_width_50_seed_min": 0.2725711464881897, "log_amplitude_width_50_seed_max": 0.2747800648212433, "shape_coverage_80_seed_mean": 0.7589518229166666, "shape_coverage_80_seed_min": 0.7501627604166667, "shape_coverage_80_seed_max": 0.7689453125, "shape_width_80_seed_mean": 0.3336838781833648, "shape_width_80_seed_min": 0.3224813342094421, "shape_width_80_seed_max": 0.3405403196811676, "log_amplitude_coverage_80_seed_mean": 0.85546875, "log_amplitude_coverage_80_seed_min": 0.84765625, "log_amplitude_coverage_80_seed_max": 0.86328125, "log_amplitude_width_80_seed_mean": 0.5202824870745341, "log_amplitude_width_80_seed_min": 0.5178937315940857, "log_amplitude_width_80_seed_max": 0.5220907330513, "shape_coverage_95_seed_mean": 0.8949869791666667, "shape_coverage_95_seed_min": 0.8877604166666666, "shape_coverage_95_seed_max": 0.9022135416666668, "shape_width_95_seed_mean": 0.5103254715601603, "shape_width_95_seed_min": 0.4931926727294922, "shape_width_95_seed_max": 0.5208114981651306, "log_amplitude_coverage_95_seed_mean": 0.9752604166666666, "log_amplitude_coverage_95_seed_min": 0.96875, "log_amplitude_coverage_95_seed_max": 0.98046875, "log_amplitude_width_95_seed_mean": 0.7957033713658651, "log_amplitude_width_95_seed_min": 0.7920500636100769, "log_amplitude_width_95_seed_max": 0.7984688878059387}, {"arm": "distribution_randomized_generator", "modality": "hb", "scenario": "initial_change",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0.1239829478496772, "shape_rmse_seed_min": 0.1215301950961148, "shape_rmse_seed_max": 0.1287420387552285, "log_amplitude_squared_error_seed_mean": 0.0336450850775994, "log_amplitude_squared_error_seed_min": 0.0324110169795304, "log_amplitude_squared_error_seed_max": 0.0347766995033654, "source_rmse_seed_mean": 0.0052525851904243, "source_rmse_seed_min": 0.0051175162832351, "source_rmse_seed_max": 0.0053685891242045, "shape_crps_seed_mean": 0.0729147518661951, "shape_crps_seed_min": 0.0715462891781953, "shape_crps_seed_max": 0.0752893196370223, "shape_nll_seed_mean": -0.6899540040205464, "shape_nll_seed_min": -0.7187068926781649, "shape_nll_seed_max": -0.6406774111936102, "log_amplitude_crps_seed_mean": 0.1039219000654003, "log_amplitude_crps_seed_min": 0.1021646413928206, "log_amplitude_crps_seed_max": 0.1055801756602995, "log_amplitude_nll_seed_mean": -0.2719114577146455, "log_amplitude_nll_seed_min": -0.2841098689192257, "log_amplitude_nll_seed_max": -0.2587532346313765, "reconstruction_mse_seed_mean": 0.0003941409988935, "reconstruction_mse_seed_min": 0.0003010294198899, "reconstruction_mse_seed_max": 0.0004557657319138, "reconstruction_native_mse_seed_mean": 5.578366291494074e-07, "reconstruction_native_mse_seed_min": 3.285097708113562e-07, "reconstruction_native_mse_seed_max": 7.24876965098402e-07, "source_support_seed_mean": 120.0, "source_support_seed_min": 120.0, "source_support_seed_max": 120.0, "observation_support_seed_mean": 240.0, "observation_support_seed_min": 240.0, "observation_support_seed_max": 240.0, "uncertainty_score_seed_mean": 0.3243663258035667, "uncertainty_score_seed_min": 0.3210120380972512, "uncertainty_score_seed_max": 0.3260614488972351, "shape_coverage_50_seed_mean": 0.4844401041666666, "shape_coverage_50_seed_min": 0.4674479166666666, "shape_coverage_50_seed_max": 0.4954752604166667, "shape_width_50_seed_mean": 0.1604972743885405, "shape_width_50_seed_min": 0.1586169564890345, "shape_width_50_seed_max": 0.1628666466389404, "log_amplitude_coverage_50_seed_mean": 0.5494791666666666, "log_amplitude_coverage_50_seed_min": 0.53125, "log_amplitude_coverage_50_seed_max": 0.578125, "log_amplitude_width_50_seed_mean": 0.2770662408244486, "log_amplitude_width_50_seed_min": 0.2701720037148334, "log_amplitude_width_50_seed_max": 0.2811847374541685, "shape_coverage_80_seed_mean": 0.7737630208333334, "shape_coverage_80_seed_min": 0.7605794270833333, "shape_coverage_80_seed_max": 0.7842122395833333, "shape_width_80_seed_mean": 0.3049498421547872, "shape_width_80_seed_min": 0.3013771792526919, "shape_width_80_seed_max": 0.3094517236206835, "log_amplitude_coverage_80_seed_mean": 0.86328125, "log_amplitude_coverage_80_seed_min": 0.84765625, "log_amplitude_coverage_80_seed_max": 0.875, "log_amplitude_width_80_seed_mean": 0.5264345245086588, "log_amplitude_width_80_seed_min": 0.513335257943254, "log_amplitude_width_80_seed_max": 0.5342597987037152, "shape_coverage_95_seed_mean": 0.9182617187499998, "shape_coverage_95_seed_min": 0.9109375, "shape_coverage_95_seed_max": 0.9244140625, "shape_width_95_seed_mean": 0.4663805374330776, "shape_width_95_seed_min": 0.4609166210488183, "shape_width_95_seed_max": 0.4732655708168749, "log_amplitude_coverage_95_seed_mean": 0.97265625, "log_amplitude_coverage_95_seed_min": 0.96484375, "log_amplitude_coverage_95_seed_max": 0.984375, "log_amplitude_width_95_seed_mean": 0.8051121283788234, "log_amplitude_width_95_seed_min": 0.7850785311311483, "log_amplitude_width_95_seed_max": 0.8170798507053405}, {"arm": "point_restricted_generator", "modality": "hb",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1.0444132102538282, "shape_rmse_seed_min": 1.0416943258136078, "shape_rmse_seed_max": 1.0484858612091794, "log_amplitude_squared_error_seed_mean": 0.8102745469717528, "log_amplitude_squared_error_seed_min": 0.7462939735497309, "log_amplitude_squared_error_seed_max": 0.8443803020169829, "source_rmse_seed_mean": 0.0272630819712416, "source_rmse_seed_min": 0.02723579624517, "source_rmse_seed_max": 0.0273071447096157, "shape_crps_seed_mean": 0.5173643863643621, "shape_crps_seed_min": 0.5030773346430881, "shape_crps_seed_max": 0.5295326104794791, "shape_nll_seed_mean": 162.22081112048537, "shape_nll_seed_min": 156.48042558572484, "shape_nll_seed_max": 165.98482691961496, "log_amplitude_crps_seed_mean": 0.7812159948289409, "log_amplitude_crps_seed_min": 0.739488951053141, "log_amplitude_crps_seed_max": 0.8028681209448894, "log_amplitude_nll_seed_mean": 41.5810976522837, "log_amplitude_nll_seed_min": 38.35460587460638, "log_amplitude_nll_seed_max": 44.82094804786328, "reconstruction_mse_seed_mean": 3.80199490770302e-05, "reconstruction_mse_seed_min": 2.6482624669919315e-05, "reconstruction_mse_seed_max": 4.734683282775732e-05, "reconstruction_native_mse_seed_mean": 4.9569449860341615e-08, "reconstruction_native_mse_seed_min": 2.359136710534421e-08, "reconstruction_native_mse_seed_max": 7.130699966133597e-08,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0.0519748263888888, "shape_coverage_50_seed_min": 0.0484049479166666, "shape_coverage_50_seed_max": 0.055859375, "shape_width_50_seed_mean": 0.0778129075964291, "shape_width_50_seed_min": 0.0768165737390518, "shape_width_50_seed_max": 0.0795066580176353, "log_amplitude_coverage_50_seed_mean": 0.0013020833333333, "log_amplitude_coverage_50_seed_min": 0.0, "log_amplitude_coverage_50_seed_max": 0.00390625, "log_amplitude_width_50_seed_mean": 0.1309849719206492, "log_amplitude_width_50_seed_min": 0.1285582482814788, "log_amplitude_width_50_seed_max": 0.1337293684482574, "shape_coverage_80_seed_mean": 0.0975585937499999, "shape_coverage_80_seed_min": 0.0901041666666666, "shape_coverage_80_seed_max": 0.1024088541666666, "shape_width_80_seed_mean": 0.147846962014834, "shape_width_80_seed_min": 0.145953893661499, "shape_width_80_seed_max": 0.1510651409626007, "log_amplitude_coverage_80_seed_mean": 0.0052083333333333, "log_amplitude_coverage_80_seed_min": 0.00390625, "log_amplitude_coverage_80_seed_max": 0.0078125, "log_amplitude_width_80_seed_mean": 0.248875543475151, "log_amplitude_width_80_seed_min": 0.2442646771669387, "log_amplitude_width_80_seed_max": 0.2540899813175201, "shape_coverage_95_seed_mean": 0.14697265625, "shape_coverage_95_seed_min": 0.1369466145833333, "shape_coverage_95_seed_max": 0.1519856770833333, "shape_width_95_seed_mean": 0.2261124153931935, "shape_width_95_seed_min": 0.2232172042131424, "shape_width_95_seed_max": 0.2310342043638229, "log_amplitude_coverage_95_seed_mean": 0.0143229166666666, "log_amplitude_coverage_95_seed_min": 0.00390625, "log_amplitude_coverage_95_seed_max": 0.03125, "log_amplitude_width_95_seed_mean": 0.3806222975254059, "log_amplitude_width_95_seed_min": 0.3735705912113189, "log_amplitude_width_95_seed_max": 0.3885971009731293}, {"arm": "point_randomized_generator", "modality": "hb",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1.113138133667187, "shape_rmse_seed_min": 1.1034764641149757, "shape_rmse_seed_max": 1.119888213518732, "log_amplitude_squared_error_seed_mean": 0.6703011794058892, "log_amplitude_squared_error_seed_min": 0.6175045848656968, "log_amplitude_squared_error_seed_max": 0.7659917985736913, "source_rmse_seed_mean": 0.0276893046713905, "source_rmse_seed_min": 0.0276433893103209, "source_rmse_seed_max": 0.0277414462964782, "shape_crps_seed_mean": 0.5956368913217375, "shape_crps_seed_min": 0.5768202631920454, "shape_crps_seed_max": 0.6164713622135121, "shape_nll_seed_mean": 35.55564295197578, "shape_nll_seed_min": 33.94656293137231, "shape_nll_seed_max": 38.231227079903086, "log_amplitude_crps_seed_mean": 0.6224277837478783, "log_amplitude_crps_seed_min": 0.593120440190895, "log_amplitude_crps_seed_max": 0.6809154406931524, "log_amplitude_nll_seed_mean": 7.454152121065669, "log_amplitude_nll_seed_min": 6.882159267244699, "log_amplitude_nll_seed_max": 8.558499554303076, "reconstruction_mse_seed_mean": 0.0003001761133223, "reconstruction_mse_seed_min": 0.0002446197975476, "reconstruction_mse_seed_max": 0.0003788851425771, "reconstruction_native_mse_seed_mean": 4.009789422964771e-07, "reconstruction_native_mse_seed_min": 2.939896712976769e-07, "reconstruction_native_mse_seed_max": 5.017979556947838e-07,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0.1145290798611111, "shape_coverage_50_seed_min": 0.0947916666666666, "shape_coverage_50_seed_max": 0.1328125, "shape_width_50_seed_mean": 0.1756202081839243, "shape_width_50_seed_min": 0.1697242259979248, "shape_width_50_seed_max": 0.1792287975549698, "log_amplitude_coverage_50_seed_mean": 0.0729166666666666, "log_amplitude_coverage_50_seed_min": 0.01953125, "log_amplitude_coverage_50_seed_max": 0.10546875, "log_amplitude_width_50_seed_mean": 0.2738283673922221, "log_amplitude_width_50_seed_min": 0.2725711464881897, "log_amplitude_width_50_seed_max": 0.2747800648212433, "shape_coverage_80_seed_mean": 0.2069010416666666, "shape_coverage_80_seed_min": 0.1796549479166666, "shape_coverage_80_seed_max": 0.2364908854166666, "shape_width_80_seed_mean": 0.3336838781833648, "shape_width_80_seed_min": 0.3224813342094421, "shape_width_80_seed_max": 0.3405403196811676, "log_amplitude_coverage_80_seed_mean": 0.16015625, "log_amplitude_coverage_80_seed_min": 0.12890625, "log_amplitude_coverage_80_seed_max": 0.1796875, "log_amplitude_width_80_seed_mean": 0.5202824870745341, "log_amplitude_width_80_seed_min": 0.5178937315940857, "log_amplitude_width_80_seed_max": 0.5220907330513, "shape_coverage_95_seed_mean": 0.2970594618055555, "shape_coverage_95_seed_min": 0.2671549479166666, "shape_coverage_95_seed_max": 0.3337890624999999, "shape_width_95_seed_mean": 0.5103254715601603, "shape_width_95_seed_min": 0.4931926727294922, "shape_width_95_seed_max": 0.5208114981651306, "log_amplitude_coverage_95_seed_mean": 0.2447916666666666, "log_amplitude_coverage_95_seed_min": 0.203125, "log_amplitude_coverage_95_seed_max": 0.2734375, "log_amplitude_width_95_seed_mean": 0.7957033713658651, "log_amplitude_width_95_seed_min": 0.7920500636100769, "log_amplitude_width_95_seed_max": 0.7984688878059387}, {"arm": "distribution_randomized_generator", "modality": "hb",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1.081511079396565, "shape_rmse_seed_min": 1.0769913394082713, "shape_rmse_seed_max": 1.0873948172552828, "log_amplitude_squared_error_seed_mean": 0.6920174653204653, "log_amplitude_squared_error_seed_min": 0.6517619727845626, "log_amplitude_squared_error_seed_max": 0.7513363148733515, "source_rmse_seed_mean": 0.0276096056296144, "source_rmse_seed_min": 0.0275532322980875, "source_rmse_seed_max": 0.0276787836152062, "shape_crps_seed_mean": 0.4973750257767228, "shape_crps_seed_min": 0.4910788176681308, "shape_crps_seed_max": 0.5031772896810708, "shape_nll_seed_mean": 5.481106911242306, "shape_nll_seed_min": 4.84810224743172, "shape_nll_seed_max": 6.440754908542537, "log_amplitude_crps_seed_mean": 0.697379331454188, "log_amplitude_crps_seed_min": 0.6658912788429425, "log_amplitude_crps_seed_max": 0.7399960462097326, "log_amplitude_nll_seed_mean": 38.65858103976593, "log_amplitude_nll_seed_min": 30.31704094496213, "log_amplitude_nll_seed_max": 51.107104822968815, "reconstruction_mse_seed_mean": 0.0003367121917425, "reconstruction_mse_seed_min": 0.0002400303877831, "reconstruction_mse_seed_max": 0.0005214442005557, "reconstruction_native_mse_seed_mean": 5.818697070833812e-07, "reconstruction_native_mse_seed_min": 3.6969232896331474e-07, "reconstruction_native_mse_seed_max": 9.361778019766e-07, "source_support_seed_mean": 120.0, "source_support_seed_min": 120.0, "source_support_seed_max": 120.0, "observation_support_seed_mean": 240.0, "observation_support_seed_min": 240.0, "observation_support_seed_max": 240.0, "uncertainty_score_seed_mean": 0.4476465425492885, "uncertainty_score_seed_min": 0.3893705530790612, "uncertainty_score_seed_max": 0.4916962331626564, "shape_coverage_50_seed_mean": 0.2890082465277778, "shape_coverage_50_seed_min": 0.2503580729166667, "shape_coverage_50_seed_max": 0.314453125, "shape_width_50_seed_mean": 0.4833020631616415, "shape_width_50_seed_min": 0.4051996356519036, "shape_width_50_seed_max": 0.530303102464859, "log_amplitude_coverage_50_seed_mean": 0.0065104166666666, "log_amplitude_coverage_50_seed_min": 0.0, "log_amplitude_coverage_50_seed_max": 0.01953125, "log_amplitude_width_50_seed_mean": 0.1205639347220615, "log_amplitude_width_50_seed_min": 0.1086535332869971, "log_amplitude_width_50_seed_max": 0.1329850231995806, "shape_coverage_80_seed_mean": 0.414431423611111, "shape_coverage_80_seed_min": 0.3897786458333333, "shape_coverage_80_seed_max": 0.43310546875, "shape_width_80_seed_mean": 0.9182890392915498, "shape_width_80_seed_min": 0.7698919835231208, "shape_width_80_seed_max": 1.0075924843838342, "log_amplitude_coverage_80_seed_mean": 0.015625, "log_amplitude_coverage_80_seed_min": 0.0, "log_amplitude_coverage_80_seed_max": 0.0390625, "log_amplitude_width_80_seed_mean": 0.2290752476740939, "log_amplitude_width_80_seed_min": 0.2064451122423634, "log_amplitude_width_80_seed_max": 0.2526757036102935, "shape_coverage_95_seed_mean": 0.5246636284722223, "shape_coverage_95_seed_min": 0.4836588541666667, "shape_coverage_95_seed_max": 0.5482096354166668, "shape_width_95_seed_mean": 1.4044018931057105, "shape_width_95_seed_min": 1.177448181204333, "shape_width_95_seed_max": 1.5409797263906513, "log_amplitude_coverage_95_seed_mean": 0.0390625, "log_amplitude_coverage_95_seed_min": 0.0, "log_amplitude_coverage_95_seed_max": 0.0703125, "log_amplitude_width_95_seed_mean": 0.3503403594756188, "log_amplitude_width_95_seed_min": 0.3157305536442436, "log_amplitude_width_95_seed_max": 0.3864341420703567}, {"arm": "point_restricted_generator", "modality": "hb", "scenario": "ou_drive",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0.7674655300348084, "shape_rmse_seed_min": 0.7559332818162867, "shape_rmse_seed_max": 0.7733173407342049, "log_amplitude_squared_error_seed_mean": 0.1550859278214203, "log_amplitude_squared_error_seed_min": 0.1398649112654239, "log_amplitude_squared_error_seed_max": 0.1657821337723669, "source_rmse_seed_mean": 0.020838584015601, "source_rmse_seed_min": 0.020573954433358, "source_rmse_seed_max": 0.0210291836200609, "shape_crps_seed_mean": 0.5771499856673168, "shape_crps_seed_min": 0.5664738987355424, "shape_crps_seed_max": 0.5825354351931309, "shape_nll_seed_mean": 91.09848884333364, "shape_nll_seed_min": 84.44272892507337, "shape_nll_seed_max": 94.8796876610606, "log_amplitude_crps_seed_mean": 0.2681791595988762, "log_amplitude_crps_seed_min": 0.250513094895046, "log_amplitude_crps_seed_max": 0.2797393475064202, "log_amplitude_nll_seed_mean": 6.811811433885761, "log_amplitude_nll_seed_min": 6.037911125286163, "log_amplitude_nll_seed_max": 7.355264657716825, "reconstruction_mse_seed_mean": 0.000923134523029, "reconstruction_mse_seed_min": 0.0006411714383798, "reconstruction_mse_seed_max": 0.0011103410764712, "reconstruction_native_mse_seed_mean": 1.0315459535873364e-06, "reconstruction_native_mse_seed_min": 7.46943339190283e-07, "reconstruction_native_mse_seed_max": 1.3224891529368782e-06,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0.0437608506944444, "shape_coverage_50_seed_min": 0.0426432291666666, "shape_coverage_50_seed_max": 0.0447265625, "shape_width_50_seed_mean": 0.0778129075964291, "shape_width_50_seed_min": 0.0768165737390518, "shape_width_50_seed_max": 0.0795066580176353, "log_amplitude_coverage_50_seed_mean": 0.13671875, "log_amplitude_coverage_50_seed_min": 0.1015625, "log_amplitude_coverage_50_seed_max": 0.17578125, "log_amplitude_width_50_seed_mean": 0.1309849719206492, "log_amplitude_width_50_seed_min": 0.1285582482814788, "log_amplitude_width_50_seed_max": 0.1337293684482574, "shape_coverage_80_seed_mean": 0.0828016493055555, "shape_coverage_80_seed_min": 0.0812499999999999, "shape_coverage_80_seed_max": 0.0846354166666666, "shape_width_80_seed_mean": 0.147846962014834, "shape_width_80_seed_min": 0.145953893661499, "shape_width_80_seed_max": 0.1510651409626007, "log_amplitude_coverage_80_seed_mean": 0.2604166666666667, "log_amplitude_coverage_80_seed_min": 0.234375, "log_amplitude_coverage_80_seed_max": 0.30859375, "log_amplitude_width_80_seed_mean": 0.248875543475151, "log_amplitude_width_80_seed_min": 0.2442646771669387, "log_amplitude_width_80_seed_max": 0.2540899813175201, "shape_coverage_95_seed_mean": 0.1267578125, "shape_coverage_95_seed_min": 0.1250325520833333, "shape_coverage_95_seed_max": 0.1300455729166666, "shape_width_95_seed_mean": 0.2261124153931935, "shape_width_95_seed_min": 0.2232172042131424, "shape_width_95_seed_max": 0.2310342043638229, "log_amplitude_coverage_95_seed_mean": 0.3815104166666667, "log_amplitude_coverage_95_seed_min": 0.36328125, "log_amplitude_coverage_95_seed_max": 0.41015625, "log_amplitude_width_95_seed_mean": 0.3806222975254059, "log_amplitude_width_95_seed_min": 0.3735705912113189, "log_amplitude_width_95_seed_max": 0.3885971009731293}, {"arm": "point_randomized_generator", "modality": "hb", "scenario": "ou_drive",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0.8200924805108724, "shape_rmse_seed_min": 0.80167309756331, "shape_rmse_seed_max": 0.8457075394455129, "log_amplitude_squared_error_seed_mean": 0.2218972374851299, "log_amplitude_squared_error_seed_min": 0.2098253454480788, "log_amplitude_squared_error_seed_max": 0.2360535886603545, "source_rmse_seed_mean": 0.0211153866922006, "source_rmse_seed_min": 0.0209825592713523, "source_rmse_seed_max": 0.0213204791228454, "shape_crps_seed_mean": 0.5868207573267581, "shape_crps_seed_min": 0.5731077667911448, "shape_crps_seed_max": 0.6041502234452006, "shape_nll_seed_mean": 19.656981935443927, "shape_nll_seed_min": 18.231442839535884, "shape_nll_seed_max": 20.647066733567044, "log_amplitude_crps_seed_mean": 0.3079208273392942, "log_amplitude_crps_seed_min": 0.2957908230739062, "log_amplitude_crps_seed_max": 0.3214055864745042, "log_amplitude_nll_seed_mean": 2.0166822700772467, "log_amplitude_nll_seed_min": 1.865916529619993, "log_amplitude_nll_seed_max": 2.172403404743988, "reconstruction_mse_seed_mean": 0.0015125038657059, "reconstruction_mse_seed_min": 0.0010529867857296, "reconstruction_mse_seed_max": 0.0018037169745919, "reconstruction_native_mse_seed_mean": 1.6674316057895337e-06, "reconstruction_native_mse_seed_min": 8.550466701946234e-07, "reconstruction_native_mse_seed_max": 2.0914431814904874e-06,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0.0907443576388888, "shape_coverage_50_seed_min": 0.0890950520833333, "shape_coverage_50_seed_max": 0.0924479166666666, "shape_width_50_seed_mean": 0.1756202081839243, "shape_width_50_seed_min": 0.1697242259979248, "shape_width_50_seed_max": 0.1792287975549698, "log_amplitude_coverage_50_seed_mean": 0.2161458333333333, "log_amplitude_coverage_50_seed_min": 0.1875, "log_amplitude_coverage_50_seed_max": 0.234375, "log_amplitude_width_50_seed_mean": 0.2738283673922221, "log_amplitude_width_50_seed_min": 0.2725711464881897, "log_amplitude_width_50_seed_max": 0.2747800648212433, "shape_coverage_80_seed_mean": 0.1726996527777777, "shape_coverage_80_seed_min": 0.1699544270833333, "shape_coverage_80_seed_max": 0.1762044270833333, "shape_width_80_seed_mean": 0.3336838781833648, "shape_width_80_seed_min": 0.3224813342094421, "shape_width_80_seed_max": 0.3405403196811676, "log_amplitude_coverage_80_seed_mean": 0.359375, "log_amplitude_coverage_80_seed_min": 0.328125, "log_amplitude_coverage_80_seed_max": 0.390625, "log_amplitude_width_80_seed_mean": 0.5202824870745341, "log_amplitude_width_80_seed_min": 0.5178937315940857, "log_amplitude_width_80_seed_max": 0.5220907330513, "shape_coverage_95_seed_mean": 0.2609809027777777, "shape_coverage_95_seed_min": 0.25361328125, "shape_coverage_95_seed_max": 0.26845703125, "shape_width_95_seed_mean": 0.5103254715601603, "shape_width_95_seed_min": 0.4931926727294922, "shape_width_95_seed_max": 0.5208114981651306, "log_amplitude_coverage_95_seed_mean": 0.5364583333333334, "log_amplitude_coverage_95_seed_min": 0.51953125, "log_amplitude_coverage_95_seed_max": 0.56640625, "log_amplitude_width_95_seed_mean": 0.7957033713658651, "log_amplitude_width_95_seed_min": 0.7920500636100769, "log_amplitude_width_95_seed_max": 0.7984688878059387}, {"arm": "distribution_randomized_generator", "modality": "hb", "scenario": "ou_drive",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0.7760992641601835, "shape_rmse_seed_min": 0.7701235408087067, "shape_rmse_seed_max": 0.7793559117128277, "log_amplitude_squared_error_seed_mean": 0.1995941469403842, "log_amplitude_squared_error_seed_min": 0.1908574403180889, "log_amplitude_squared_error_seed_max": 0.2096489559616345, "source_rmse_seed_mean": 0.0208374692040913, "source_rmse_seed_min": 0.020716326288641, "source_rmse_seed_max": 0.0209221031233558, "shape_crps_seed_mean": 0.5200493058255738, "shape_crps_seed_min": 0.5146674687429974, "shape_crps_seed_max": 0.530050005186907, "shape_nll_seed_mean": 20.371313028171752, "shape_nll_seed_min": 18.555533612085856, "shape_nll_seed_max": 21.59848071579569, "log_amplitude_crps_seed_mean": 0.2968867650979647, "log_amplitude_crps_seed_min": 0.2863761538362497, "log_amplitude_crps_seed_max": 0.3101281456380665, "log_amplitude_nll_seed_mean": 4.237039107129445, "log_amplitude_nll_seed_min": 3.304766836954542, "log_amplitude_nll_seed_max": 5.651782070171448, "reconstruction_mse_seed_mean": 0.0018372421006883, "reconstruction_mse_seed_min": 0.0016745463702496, "reconstruction_mse_seed_max": 0.0020325532444816, "reconstruction_native_mse_seed_mean": 2.093506589832132e-06, "reconstruction_native_mse_seed_min": 1.6156399818909062e-06, "reconstruction_native_mse_seed_max": 2.513873157032542e-06, "source_support_seed_mean": 120.0, "source_support_seed_min": 120.0, "source_support_seed_max": 120.0, "observation_support_seed_mean": 240.0, "observation_support_seed_min": 240.0, "observation_support_seed_max": 240.0, "uncertainty_score_seed_mean": 0.4212245744032164, "uncertainty_score_seed_min": 0.3878422237467021, "uncertainty_score_seed_max": 0.4472391679883003, "shape_coverage_50_seed_mean": 0.1673611111111111, "shape_coverage_50_seed_min": 0.1424479166666666, "shape_coverage_50_seed_max": 0.1820638020833333, "shape_width_50_seed_mean": 0.344397307354393, "shape_width_50_seed_min": 0.3026999670714455, "shape_width_50_seed_max": 0.3666240326070389, "log_amplitude_coverage_50_seed_mean": 0.1588541666666666, "log_amplitude_coverage_50_seed_min": 0.125, "log_amplitude_coverage_50_seed_max": 0.1875, "log_amplitude_width_50_seed_mean": 0.2238259965282244, "log_amplitude_width_50_seed_min": 0.2115382247429806, "log_amplitude_width_50_seed_max": 0.2394485339173115, "shape_coverage_80_seed_mean": 0.2985677083333333, "shape_coverage_80_seed_min": 0.26240234375, "shape_coverage_80_seed_max": 0.3168294270833333, "shape_width_80_seed_mean": 0.6543656578667854, "shape_width_80_seed_min": 0.5751394069735398, "shape_width_80_seed_max": 0.6965971311547037, "log_amplitude_coverage_80_seed_mean": 0.3190104166666667, "log_amplitude_coverage_80_seed_min": 0.2734375, "log_amplitude_coverage_80_seed_max": 0.35546875, "log_amplitude_width_80_seed_mean": 0.4252763953409157, "log_amplitude_width_80_seed_min": 0.4019292448065243, "log_amplitude_width_80_seed_max": 0.4549597046570852, "shape_coverage_95_seed_mean": 0.4210069444444445, "shape_coverage_95_seed_min": 0.3791992187499999, "shape_coverage_95_seed_max": 0.4427083333333333, "shape_width_95_seed_mean": 1.00076591290789, "shape_width_95_seed_min": 0.8795998181733011, "shape_width_95_seed_max": 1.0653533778840938, "log_amplitude_coverage_95_seed_mean": 0.4973958333333333, "log_amplitude_coverage_95_seed_min": 0.45703125, "log_amplitude_coverage_95_seed_max": 0.53125, "log_amplitude_width_95_seed_mean": 0.6504041204267802, "log_amplitude_width_95_seed_min": 0.6146977350581437, "log_amplitude_width_95_seed_max": 0.6958008231595159}, {"arm": "point_restricted_generator", "modality": "hb", "scenario": "time_varying_feature_gain",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"time_varying_feature_gain",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"time_varying_feature_gain",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"rotated_spectral_mixture",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0.3885971009731293}, {"arm": "point_randomized_generator", "modality": "hb", "scenario": "rotated_spectral_mixture",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0.7984688878059387}, {"arm": "distribution_randomized_generator", "modality": "hb", "scenario": "rotated_spectral_mixture",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0.810058347415179}, {"arm": "point_restricted_generator", "modality": "hb", "scenario": "correlated_Hb_component", "variant": "intervention", "optimization_seed_count": 3, "optimization_seeds": "101|202|303", "unique_evaluation_base_ids": 256, "cases_per_seed_min": 256, "cases_per_seed_max": 256, "independence_unit": "shared_base_identity_not_optimization_seed", "shape_rmse_seed_mean": 0.2407436049999782, "shape_rmse_seed_min": 0.2338220673307188, "shape_rmse_seed_max": 0.2519467258747553, "log_amplitude_squared_error_seed_mean": 0.0598052255913304, "log_amplitude_squared_error_seed_min": 0.0548096199276328, "log_amplitude_squared_error_seed_max": 0.0677357208606537, "source_rmse_seed_mean": 0.00825144882299, "source_rmse_seed_min": 0.00792876461833, "source_rmse_seed_max": 0.0087675527518719, "shape_crps_seed_mean": 0.165424231879428, "shape_crps_seed_min": 0.1593642301441529, "shape_crps_seed_max": 0.1745201733622404, "shape_nll_seed_mean": 8.458719374859033, "shape_nll_seed_min": 7.434262213588227, "shape_nll_seed_max": 9.52131970593861, "log_amplitude_crps_seed_mean": 0.1544084080181683, "log_amplitude_crps_seed_min": 0.147063003045756, "log_amplitude_crps_seed_max": 0.1666509894942485, "log_amplitude_nll_seed_mean": 1.767884921077047, "log_amplitude_nll_seed_min": 1.5010821224033035, "log_amplitude_nll_seed_max": 2.2972706168008123, "reconstruction_mse_seed_mean": 0.0002137504131229, "reconstruction_mse_seed_min": 8.108866900437015e-05, "reconstruction_mse_seed_max": 0.0003198011199989, "reconstruction_native_mse_seed_mean": 2.080280667549311e-07, "reconstruction_native_mse_seed_min": 8.57318591022231e-08, "reconstruction_native_mse_seed_max": 2.764867501954215e-07,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0.1653645833333333, "shape_coverage_50_seed_min": 0.1544921875, "shape_coverage_50_seed_max": 0.1716145833333333, "shape_width_50_seed_mean": 0.0778129075964291, "shape_width_50_seed_min": 0.0768165737390518, "shape_width_50_seed_max": 0.0795066580176353, "log_amplitude_coverage_50_seed_mean": 0.21484375, "log_amplitude_coverage_50_seed_min": 0.21484375, "log_amplitude_coverage_50_seed_max": 0.21484375, "log_amplitude_width_50_seed_mean": 0.1309849719206492, "log_amplitude_width_50_seed_min": 0.1285582482814788, "log_amplitude_width_50_seed_max": 0.1337293684482574, "shape_coverage_80_seed_mean": 0.3003472222222222, "shape_coverage_80_seed_min": 0.2824544270833333, "shape_coverage_80_seed_max": 0.3175455729166666, "shape_width_80_seed_mean": 0.147846962014834, "shape_width_80_seed_min": 0.145953893661499, "shape_width_80_seed_max": 0.1510651409626007, "log_amplitude_coverage_80_seed_mean": 0.41015625, "log_amplitude_coverage_80_seed_min": 0.39453125, "log_amplitude_coverage_80_seed_max": 0.42578125, "log_amplitude_width_80_seed_mean": 0.248875543475151, "log_amplitude_width_80_seed_min": 0.2442646771669387, "log_amplitude_width_80_seed_max": 0.2540899813175201, "shape_coverage_95_seed_mean": 0.4281467013888889, "shape_coverage_95_seed_min": 0.4058268229166666, "shape_coverage_95_seed_max": 0.4513020833333333, "shape_width_95_seed_mean": 0.2261124153931935, "shape_width_95_seed_min": 0.2232172042131424, "shape_width_95_seed_max": 0.2310342043638229, "log_amplitude_coverage_95_seed_mean": 0.5638020833333334, "log_amplitude_coverage_95_seed_min": 0.53125, "log_amplitude_coverage_95_seed_max": 0.5859375, "log_amplitude_width_95_seed_mean": 0.3806222975254059, "log_amplitude_width_95_seed_min": 0.3735705912113189, "log_amplitude_width_95_seed_max": 0.3885971009731293}, {"arm": "point_randomized_generator", "modality": "hb", "scenario": "correlated_Hb_component", "variant": "intervention", "optimization_seed_count": 3, "optimization_seeds": "101|202|303", "unique_evaluation_base_ids": 256, "cases_per_seed_min": 256, "cases_per_seed_max": 256, "independence_unit": "shared_base_identity_not_optimization_seed", "shape_rmse_seed_mean": 0.2341288571649701, "shape_rmse_seed_min": 0.2311128950219838, "shape_rmse_seed_max": 0.2385993382011387, "log_amplitude_squared_error_seed_mean": 0.05377029609059, "log_amplitude_squared_error_seed_min": 0.0509860509098647, "log_amplitude_squared_error_seed_max": 0.0573595128504096, "source_rmse_seed_mean": 0.0079951609078084, "source_rmse_seed_min": 0.0077684421648657, "source_rmse_seed_max": 0.0081762617678978, "shape_crps_seed_mean": 0.1426615627750329, "shape_crps_seed_min": 0.1391100144475786, "shape_crps_seed_max": 0.1455886118838558, "shape_nll_seed_mean": 0.8679444248930345, "shape_nll_seed_min": 0.7698762541559214, "shape_nll_seed_max": 0.9403658246311049, "log_amplitude_crps_seed_mean": 0.1316406198555393, "log_amplitude_crps_seed_min": 0.1272753720889788, "log_amplitude_crps_seed_max": 0.1360571626669861, "log_amplitude_nll_seed_mean": -0.0232737123114733, "log_amplitude_nll_seed_min": -0.0572337496222958, "log_amplitude_nll_seed_max": 0.0190249011151822, "reconstruction_mse_seed_mean": 0.0005606444560164, "reconstruction_mse_seed_min": 0.0003255283512209, "reconstruction_mse_seed_max": 0.0008660277076869, "reconstruction_native_mse_seed_mean": 6.735965118493507e-07, "reconstruction_native_mse_seed_min": 4.184061066285645e-07, "reconstruction_native_mse_seed_max": 9.556192990256471e-07,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0.3869032118055555, "shape_coverage_50_seed_min": 0.37265625, "shape_coverage_50_seed_max": 0.407421875, "shape_width_50_seed_mean": 0.1756202081839243, "shape_width_50_seed_min": 0.1697242259979248, "shape_width_50_seed_max": 0.1792287975549698, "log_amplitude_coverage_50_seed_mean": 0.4518229166666667, "log_amplitude_coverage_50_seed_min": 0.4140625, "log_amplitude_coverage_50_seed_max": 0.47265625, "log_amplitude_width_50_seed_mean": 0.2738283673922221, "log_amplitude_width_50_seed_min": 0.2725711464881897, "log_amplitude_width_50_seed_max": 0.2747800648212433, "shape_coverage_80_seed_mean": 0.6029622395833333, "shape_coverage_80_seed_min": 0.5831054687499999, "shape_coverage_80_seed_max": 0.62353515625, "shape_width_80_seed_mean": 0.3336838781833648, "shape_width_80_seed_min": 0.3224813342094421, "shape_width_80_seed_max": 0.3405403196811676, "log_amplitude_coverage_80_seed_mean": 0.7447916666666666, "log_amplitude_coverage_80_seed_min": 0.7265625, "log_amplitude_coverage_80_seed_max": 0.76953125, "log_amplitude_width_80_seed_mean": 0.5202824870745341, "log_amplitude_width_80_seed_min": 0.5178937315940857, "log_amplitude_width_80_seed_max": 0.5220907330513, "shape_coverage_95_seed_mean": 0.7554036458333333, "shape_coverage_95_seed_min": 0.744140625, "shape_coverage_95_seed_max": 0.7710937499999999, "shape_width_95_seed_mean": 0.5103254715601603, "shape_width_95_seed_min": 0.4931926727294922, "shape_width_95_seed_max": 0.5208114981651306, "log_amplitude_coverage_95_seed_mean": 0.9036458333333334, "log_amplitude_coverage_95_seed_min": 0.890625, "log_amplitude_coverage_95_seed_max": 0.9140625, "log_amplitude_width_95_seed_mean": 0.7957033713658651, "log_amplitude_width_95_seed_min": 0.7920500636100769, "log_amplitude_width_95_seed_max": 0.7984688878059387}, {"arm": "distribution_randomized_generator", "modality": "hb", "scenario": "correlated_Hb_component", "variant": "intervention", "optimization_seed_count": 3, "optimization_seeds": "101|202|303", "unique_evaluation_base_ids": 256, "cases_per_seed_min": 256, "cases_per_seed_max": 256, "independence_unit": "shared_base_identity_not_optimization_seed", "shape_rmse_seed_mean": 0.2108451592502878, "shape_rmse_seed_min": 0.2087192910454811, "shape_rmse_seed_max": 0.2145467832364653, "log_amplitude_squared_error_seed_mean": 0.0519751223683776, "log_amplitude_squared_error_seed_min": 0.0503872667723759, "log_amplitude_squared_error_seed_max": 0.0539292608082146, "source_rmse_seed_mean": 0.007463482776199, "source_rmse_seed_min": 0.0073603819751042, "source_rmse_seed_max": 0.0075656176790594, "shape_crps_seed_mean": 0.1218293378896558, "shape_crps_seed_min": 0.120966457300104, "shape_crps_seed_max": 0.1234282339580052, "shape_nll_seed_mean": 0.0268449076558075, "shape_nll_seed_min": 0.009343659315103, "shape_nll_seed_max": 0.0449043286692661, "log_amplitude_crps_seed_mean": 0.1299066564063859, "log_amplitude_crps_seed_min": 0.1272921662653344, "log_amplitude_crps_seed_max": 0.1328322459939275, "log_amplitude_nll_seed_mean": 0.0010230325645578, "log_amplitude_nll_seed_min": -0.0338752667373373, "log_amplitude_nll_seed_max": 0.0244914310438627, "reconstruction_mse_seed_mean": 0.0007322445090129, "reconstruction_mse_seed_min": 0.0004828462254534, "reconstruction_mse_seed_max": 0.0009281842749862, "reconstruction_native_mse_seed_mean": 9.59756382738915e-07, "reconstruction_native_mse_seed_min": 5.315251226196217e-07, "reconstruction_native_mse_seed_max": 1.4020443527968454e-06, "source_support_seed_mean": 120.0, "source_support_seed_min": 120.0, "source_support_seed_max": 120.0, "observation_support_seed_mean": 240.0, "observation_support_seed_min": 240.0, "observation_support_seed_max": 240.0, "uncertainty_score_seed_mean": 0.3448213025888738, "uncertainty_score_seed_min": 0.339549632044509, "uncertainty_score_seed_max": 0.3515344017068855, "shape_coverage_50_seed_mean": 0.3804144965277777, "shape_coverage_50_seed_min": 0.3782877604166667, "shape_coverage_50_seed_max": 0.3845377604166666, "shape_width_50_seed_mean": 0.1987647854162989, "shape_width_50_seed_min": 0.1950380079095339, "shape_width_50_seed_max": 0.2032184304918701, "log_amplitude_coverage_50_seed_mean": 0.44140625, "log_amplitude_coverage_50_seed_min": 0.41015625, "log_amplitude_coverage_50_seed_max": 0.45703125, "log_amplitude_width_50_seed_mean": 0.2663920742246167, "log_amplitude_width_50_seed_min": 0.2630074762855656, "log_amplitude_width_50_seed_max": 0.2709942631481681, "shape_coverage_80_seed_mean": 0.6339952256944444, "shape_coverage_80_seed_min": 0.6296549479166667, "shape_coverage_80_seed_max": 0.64228515625, "shape_width_80_seed_mean": 0.3776593103090919, "shape_width_80_seed_min": 0.3705783163850962, "shape_width_80_seed_max": 0.3861213753702032, "log_amplitude_coverage_80_seed_mean": 0.7252604166666666, "log_amplitude_coverage_80_seed_min": 0.71484375, "log_amplitude_coverage_80_seed_max": 0.734375, "log_amplitude_width_80_seed_mean": 0.5061532732991812, "log_amplitude_width_80_seed_min": 0.4997224317630753, "log_amplitude_width_80_seed_max": 0.5148975777556188, "shape_coverage_95_seed_mean": 0.8147677951388888, "shape_coverage_95_seed_min": 0.81376953125, "shape_coverage_95_seed_max": 0.8160156249999999, "shape_width_95_seed_mean": 0.5775800729102533, "shape_width_95_seed_min": 0.5667506271085585, "shape_width_95_seed_max": 0.5905216848287334, "log_amplitude_coverage_95_seed_mean": 0.8841145833333334, "log_amplitude_coverage_95_seed_min": 0.875, "log_amplitude_coverage_95_seed_max": 0.90234375, "log_amplitude_width_95_seed_mean": 0.7740946314297616, "log_amplitude_width_95_seed_min": 0.7642595073557459, "log_amplitude_width_95_seed_max": 0.7874678893713281}, {"arm": "point_restricted_generator", "modality": "hb", "scenario": "input_lowpass",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0.2946186289066063, "shape_rmse_seed_min": 0.283134455413792, "shape_rmse_seed_max": 0.3008545949034753, "log_amplitude_squared_error_seed_mean": 0.048548566411377, "log_amplitude_squared_error_seed_min": 0.0452103979507122, "log_amplitude_squared_error_seed_max": 0.0509581088478033, "source_rmse_seed_mean": 0.0094224918353154, "source_rmse_seed_min": 0.0090810756380688, "source_rmse_seed_max": 0.0096527280199126, "shape_crps_seed_mean": 0.2007597655746394, "shape_crps_seed_min": 0.1929243637971922, "shape_crps_seed_max": 0.2053513225955309, "shape_nll_seed_mean": 12.661991193142926, "shape_nll_seed_min": 11.03751022805227, "shape_nll_seed_max": 13.49287455889474, "log_amplitude_crps_seed_mean": 0.1379055138775884, "log_amplitude_crps_seed_min": 0.1329337582766667, "log_amplitude_crps_seed_max": 0.1421163551282765, "log_amplitude_nll_seed_mean": 1.1641024626916583, "log_amplitude_nll_seed_min": 0.9937580599389788, "log_amplitude_nll_seed_max": 1.3736129802620578, "reconstruction_mse_seed_mean": 9.106262803052663e-05, "reconstruction_mse_seed_min": 2.023879825309304e-05, "reconstruction_mse_seed_max": 0.0001933824477777, "reconstruction_native_mse_seed_mean": 7.237122852838659e-08, "reconstruction_native_mse_seed_min": 2.000351759639965e-08, "reconstruction_native_mse_seed_max": 1.352885105964321e-07,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0.1587239583333333, "shape_coverage_50_seed_min": 0.15361328125, "shape_coverage_50_seed_max": 0.16533203125, "shape_width_50_seed_mean": 0.0778129075964291, "shape_width_50_seed_min": 0.0768165737390518, "shape_width_50_seed_max": 0.0795066580176353, "log_amplitude_coverage_50_seed_mean": 0.2278645833333333, "log_amplitude_coverage_50_seed_min": 0.2109375, "log_amplitude_coverage_50_seed_max": 0.25390625, "log_amplitude_width_50_seed_mean": 0.1309849719206492, "log_amplitude_width_50_seed_min": 0.1285582482814788, "log_amplitude_width_50_seed_max": 0.1337293684482574, "shape_coverage_80_seed_mean": 0.2817816840277777, "shape_coverage_80_seed_min": 0.2744140625, "shape_coverage_80_seed_max": 0.28857421875, "shape_width_80_seed_mean": 0.147846962014834, "shape_width_80_seed_min": 0.145953893661499, "shape_width_80_seed_max": 0.1510651409626007, "log_amplitude_coverage_80_seed_mean": 0.44140625, "log_amplitude_coverage_80_seed_min": 0.43359375, "log_amplitude_coverage_80_seed_max": 0.453125, "log_amplitude_width_80_seed_mean": 0.248875543475151, "log_amplitude_width_80_seed_min": 0.2442646771669387, "log_amplitude_width_80_seed_max": 0.2540899813175201, "shape_coverage_95_seed_mean": 0.3958875868055556, "shape_coverage_95_seed_min": 0.3907552083333334, "shape_coverage_95_seed_max": 0.4060546874999999, "shape_width_95_seed_mean": 0.2261124153931935, "shape_width_95_seed_min": 0.2232172042131424, "shape_width_95_seed_max": 0.2310342043638229, "log_amplitude_coverage_95_seed_mean": 0.6158854166666666, "log_amplitude_coverage_95_seed_min": 0.609375, "log_amplitude_coverage_95_seed_max": 0.62109375, "log_amplitude_width_95_seed_mean": 0.3806222975254059, "log_amplitude_width_95_seed_min": 0.3735705912113189, "log_amplitude_width_95_seed_max": 0.3885971009731293}, {"arm": "point_randomized_generator", "modality": "hb", "scenario": "input_lowpass",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0.2760844728697992, "shape_rmse_seed_min": 0.2672797467099816, "shape_rmse_seed_max": 0.2884005202125813, "log_amplitude_squared_error_seed_mean": 0.0413972694538298, "log_amplitude_squared_error_seed_min": 0.0375173883453902, "log_amplitude_squared_error_seed_max": 0.0444328305280823, "source_rmse_seed_mean": 0.008897234246694, "source_rmse_seed_min": 0.0087005484422069, "source_rmse_seed_max": 0.0090759130703524, "shape_crps_seed_mean": 0.1671568951222272, "shape_crps_seed_min": 0.1626161981706294, "shape_crps_seed_max": 0.1735511251935652, "shape_nll_seed_mean": 1.3423308699210692, "shape_nll_seed_min": 1.1256445176705407, "shape_nll_seed_max": 1.4536540501945032, "log_amplitude_crps_seed_mean": 0.1148423992245945, "log_amplitude_crps_seed_min": 0.1100767180529854, "log_amplitude_crps_seed_max": 0.1182744817552266, "log_amplitude_nll_seed_mean": -0.1735107055917945, "log_amplitude_nll_seed_min": -0.2207993107648591, "log_amplitude_nll_seed_max": -0.1365770106447073, "reconstruction_mse_seed_mean": 0.0001831635519686, "reconstruction_mse_seed_min": 0.0001562084155448, "reconstruction_mse_seed_max": 0.0002109183186623, "reconstruction_native_mse_seed_mean": 2.5687879363966e-07, "reconstruction_native_mse_seed_min": 2.153104749261379e-07, "reconstruction_native_mse_seed_max": 3.367995305592411e-07,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0.354861111111111, "shape_coverage_50_seed_min": 0.3489583333333333, "shape_coverage_50_seed_max": 0.3624348958333333, "shape_width_50_seed_mean": 0.1756202081839243, "shape_width_50_seed_min": 0.1697242259979248, "shape_width_50_seed_max": 0.1792287975549698, "log_amplitude_coverage_50_seed_mean": 0.50390625, "log_amplitude_coverage_50_seed_min": 0.4921875, "log_amplitude_coverage_50_seed_max": 0.515625, "log_amplitude_width_50_seed_mean": 0.2738283673922221, "log_amplitude_width_50_seed_min": 0.2725711464881897, "log_amplitude_width_50_seed_max": 0.2747800648212433, "shape_coverage_80_seed_mean": 0.5447482638888889, "shape_coverage_80_seed_min": 0.5423828125, "shape_coverage_80_seed_max": 0.5467122395833333, "shape_width_80_seed_mean": 0.3336838781833648, "shape_width_80_seed_min": 0.3224813342094421, "shape_width_80_seed_max": 0.3405403196811676, "log_amplitude_coverage_80_seed_mean": 0.79296875, "log_amplitude_coverage_80_seed_min": 0.78515625, "log_amplitude_coverage_80_seed_max": 0.8046875, "log_amplitude_width_80_seed_mean": 0.5202824870745341, "log_amplitude_width_80_seed_min": 0.5178937315940857, "log_amplitude_width_80_seed_max": 0.5220907330513, "shape_coverage_95_seed_mean": 0.6826388888888889, "shape_coverage_95_seed_min": 0.6716796875, "shape_coverage_95_seed_max": 0.6939127604166667, "shape_width_95_seed_mean": 0.5103254715601603, "shape_width_95_seed_min": 0.4931926727294922, "shape_width_95_seed_max": 0.5208114981651306, "log_amplitude_coverage_95_seed_mean": 0.953125, "log_amplitude_coverage_95_seed_min": 0.94140625, "log_amplitude_coverage_95_seed_max": 0.96484375, "log_amplitude_width_95_seed_mean": 0.7957033713658651, "log_amplitude_width_95_seed_min": 0.7920500636100769, "log_amplitude_width_95_seed_max": 0.7984688878059387}, {"arm": "distribution_randomized_generator", "modality": "hb", "scenario": "input_lowpass",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0.2651866324593136, "shape_rmse_seed_min": 0.2505736228102405, "shape_rmse_seed_max": 0.2726858761785692, "log_amplitude_squared_error_seed_mean": 0.0405494403467258, "log_amplitude_squared_error_seed_min": 0.0399385462155489, "log_amplitude_squared_error_seed_max": 0.0416491998535849, "source_rmse_seed_mean": 0.0086248147261984, "source_rmse_seed_min": 0.0082972793408482, "source_rmse_seed_max": 0.0088075619390132, "shape_crps_seed_mean": 0.156918710158834, "shape_crps_seed_min": 0.1484808842021872, "shape_crps_seed_max": 0.1622153904663643, "shape_nll_seed_mean": 1.220356437305519, "shape_nll_seed_min": 1.1159145852036696, "shape_nll_seed_max": 1.4183147224636437, "log_amplitude_crps_seed_mean": 0.1130756011428064, "log_amplitude_crps_seed_min": 0.1119516409713332, "log_amplitude_crps_seed_max": 0.1145461840975198, "log_amplitude_nll_seed_mean": -0.1957762265665175, "log_amplitude_nll_seed_min": -0.2058383321000589, "log_amplitude_nll_seed_max": -0.1826458967046246, "reconstruction_mse_seed_mean": 0.0002887642459127, "reconstruction_mse_seed_min": 0.0001535154153855, "reconstruction_mse_seed_max": 0.0004005697569956, "reconstruction_native_mse_seed_mean": 4.576613652147364e-07, "reconstruction_native_mse_seed_min": 2.1344881636460405e-07, "reconstruction_native_mse_seed_max": 7.308566758705101e-07, "source_support_seed_mean": 120.0, "source_support_seed_min": 120.0, "source_support_seed_max": 120.0, "observation_support_seed_mean": 240.0, "observation_support_seed_min": 240.0, "observation_support_seed_max": 240.0, "uncertainty_score_seed_mean": 0.3100094729258368, "uncertainty_score_seed_min": 0.3026724516530521, "uncertainty_score_seed_max": 0.3153049519751221, "shape_coverage_50_seed_mean": 0.2772569444444444, "shape_coverage_50_seed_min": 0.2767578125, "shape_coverage_50_seed_max": 0.2775716145833333, "shape_width_50_seed_mean": 0.153526885906548, "shape_width_50_seed_min": 0.1522018599354851, "shape_width_50_seed_max": 0.155612721628798, "log_amplitude_coverage_50_seed_mean": 0.48828125, "log_amplitude_coverage_50_seed_min": 0.45703125, "log_amplitude_coverage_50_seed_max": 0.5078125, "log_amplitude_width_50_seed_mean": 0.2646695288228026, "log_amplitude_width_50_seed_min": 0.2560970649938099, "log_amplitude_width_50_seed_max": 0.2725738307344727, "shape_coverage_80_seed_mean": 0.4838324652777778, "shape_coverage_80_seed_min": 0.4750325520833333, "shape_coverage_80_seed_max": 0.4968424479166666, "shape_width_80_seed_mean": 0.2917058860526595, "shape_width_80_seed_min": 0.2891882951944959, "shape_width_80_seed_max": 0.2956690391758457, "log_amplitude_coverage_80_seed_mean": 0.78515625, "log_amplitude_coverage_80_seed_min": 0.765625, "log_amplitude_coverage_80_seed_max": 0.8046875, "log_amplitude_width_80_seed_mean": 0.5028803833605101, "log_amplitude_width_80_seed_min": 0.4865924359764904, "log_amplitude_width_80_seed_max": 0.5178988028201275, "shape_coverage_95_seed_mean": 0.65537109375, "shape_coverage_95_seed_min": 0.6458658854166667, "shape_coverage_95_seed_max": 0.6694986979166666, "shape_width_95_seed_mean": 0.446125654444404, "shape_width_95_seed_min": 0.4422753314796864, "shape_width_95_seed_max": 0.4521867741316479, "log_amplitude_coverage_95_seed_mean": 0.9427083333333334, "log_amplitude_coverage_95_seed_min": 0.9296875, "log_amplitude_coverage_95_seed_max": 0.94921875, "log_amplitude_width_95_seed_mean": 0.7690891796955839, "log_amplitude_width_95_seed_min": 0.7441789128351957, "log_amplitude_width_95_seed_max": 0.792057870188728}, {"arm": "point_restricted_generator", "modality": "hb", "scenario": "viscoelastic_outflow",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0.1519612059365739, "shape_rmse_seed_min": 0.1503255416808467, "shape_rmse_seed_max": 0.1536303926645953, "log_amplitude_squared_error_seed_mean": 0.0415450452539946, "log_amplitude_squared_error_seed_min": 0.0388785829843522, "log_amplitude_squared_error_seed_max": 0.0445504771294644, "source_rmse_seed_mean": 0.0062903157514367, "source_rmse_seed_min": 0.0061353114294245, "source_rmse_seed_max": 0.0064610277905677, "shape_crps_seed_mean": 0.0983864668319054, "shape_crps_seed_min": 0.0975354190059382, "shape_crps_seed_max": 0.0996183130422953, "shape_nll_seed_mean": 2.25826975482309, "shape_nll_seed_min": 2.0965821839558583, "shape_nll_seed_max": 2.3996242043174183, "log_amplitude_crps_seed_mean": 0.1279494272439363, "log_amplitude_crps_seed_min": 0.1233386873598709, "log_amplitude_crps_seed_max": 0.1330523253683792, "log_amplitude_nll_seed_mean": 0.7937699267349695, "log_amplitude_nll_seed_min": 0.656334700467629, "log_amplitude_nll_seed_max": 1.0208537220172875, "reconstruction_mse_seed_mean": 0.0001077137329209, "reconstruction_mse_seed_min": 2.032854588208835e-05, "reconstruction_mse_seed_max": 0.0002288871717326, "reconstruction_native_mse_seed_mean": 8.706535023379134e-08, "reconstruction_native_mse_seed_min": 2.2098978444131023e-08, "reconstruction_native_mse_seed_max": 1.7075215879883538e-07,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0.2536349826388889, "shape_coverage_50_seed_min": 0.2440755208333333, "shape_coverage_50_seed_max": 0.2599283854166666, "shape_width_50_seed_mean": 0.0778129075964291, "shape_width_50_seed_min": 0.0768165737390518, "shape_width_50_seed_max": 0.0795066580176353, "log_amplitude_coverage_50_seed_mean": 0.23046875, "log_amplitude_coverage_50_seed_min": 0.20703125, "log_amplitude_coverage_50_seed_max": 0.25390625, "log_amplitude_width_50_seed_mean": 0.1309849719206492, "log_amplitude_width_50_seed_min": 0.1285582482814788, "log_amplitude_width_50_seed_max": 0.1337293684482574, "shape_coverage_80_seed_mean": 0.4413411458333333, "shape_coverage_80_seed_min": 0.43154296875, "shape_coverage_80_seed_max": 0.4468424479166666, "shape_width_80_seed_mean": 0.147846962014834, "shape_width_80_seed_min": 0.145953893661499, "shape_width_80_seed_max": 0.1510651409626007, "log_amplitude_coverage_80_seed_mean": 0.4322916666666667, "log_amplitude_coverage_80_seed_min": 0.421875, "log_amplitude_coverage_80_seed_max": 0.44140625, "log_amplitude_width_80_seed_mean": 0.248875543475151, "log_amplitude_width_80_seed_min": 0.2442646771669387, "log_amplitude_width_80_seed_max": 0.2540899813175201, "shape_coverage_95_seed_mean": 0.6028862847222222, "shape_coverage_95_seed_min": 0.5969401041666667, "shape_coverage_95_seed_max": 0.6143554687499999, "shape_width_95_seed_mean": 0.2261124153931935, "shape_width_95_seed_min": 0.2232172042131424, "shape_width_95_seed_max": 0.2310342043638229, "log_amplitude_coverage_95_seed_mean": 0.6315104166666666, "log_amplitude_coverage_95_seed_min": 0.62109375, "log_amplitude_coverage_95_seed_max": 0.65234375, "log_amplitude_width_95_seed_mean": 0.3806222975254059, "log_amplitude_width_95_seed_min": 0.3735705912113189, "log_amplitude_width_95_seed_max": 0.3885971009731293}, {"arm": "point_randomized_generator", "modality": "hb", "scenario": "viscoelastic_outflow",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0.1386131680047183, "shape_rmse_seed_min": 0.1353551967621849, "shape_rmse_seed_max": 0.140468483036266, "log_amplitude_squared_error_seed_mean": 0.0381546187212301, "log_amplitude_squared_error_seed_min": 0.0365101805938081, "log_amplitude_squared_error_seed_max": 0.0396213942826749, "source_rmse_seed_mean": 0.0058589713528423, "source_rmse_seed_min": 0.0056808758078324, "source_rmse_seed_max": 0.006072371274354, "shape_crps_seed_mean": 0.0810558200680437, "shape_crps_seed_min": 0.0795916276956025, "shape_crps_seed_max": 0.0819430839929433, "shape_nll_seed_mean": -0.4497481236829319, "shape_nll_seed_min": -0.4763854764983989, "shape_nll_seed_max": -0.4203100862291952, "log_amplitude_crps_seed_mean": 0.1107900651371918, "log_amplitude_crps_seed_min": 0.1091476217288201, "log_amplitude_crps_seed_max": 0.1128762837105647, "log_amplitude_nll_seed_mean": -0.2127682369921973, "log_amplitude_nll_seed_min": -0.2331343329547624, "log_amplitude_nll_seed_max": -0.1947308322265567, "reconstruction_mse_seed_mean": 0.0001919592125585, "reconstruction_mse_seed_min": 0.0001624273955117, "reconstruction_mse_seed_max": 0.0002456605057746, "reconstruction_native_mse_seed_mean": 2.742892620621187e-07, "reconstruction_native_mse_seed_min": 2.089826297954032e-07, "reconstruction_native_mse_seed_max": 3.950744034776581e-07,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0.5449544270833334, "shape_coverage_50_seed_min": 0.5311197916666667, "shape_coverage_50_seed_max": 0.5606770833333334, "shape_width_50_seed_mean": 0.1756202081839243, "shape_width_50_seed_min": 0.1697242259979248, "shape_width_50_seed_max": 0.1792287975549698, "log_amplitude_coverage_50_seed_mean": 0.515625, "log_amplitude_coverage_50_seed_min": 0.5078125, "log_amplitude_coverage_50_seed_max": 0.52734375, "log_amplitude_width_50_seed_mean": 0.2738283673922221, "log_amplitude_width_50_seed_min": 0.2725711464881897, "log_amplitude_width_50_seed_max": 0.2747800648212433, "shape_coverage_80_seed_mean": 0.7822374131944444, "shape_coverage_80_seed_min": 0.7690104166666666, "shape_coverage_80_seed_max": 0.7998372395833333, "shape_width_80_seed_mean": 0.3336838781833648, "shape_width_80_seed_min": 0.3224813342094421, "shape_width_80_seed_max": 0.3405403196811676, "log_amplitude_coverage_80_seed_mean": 0.79296875, "log_amplitude_coverage_80_seed_min": 0.77734375, "log_amplitude_coverage_80_seed_max": 0.8125, "log_amplitude_width_80_seed_mean": 0.5202824870745341, "log_amplitude_width_80_seed_min": 0.5178937315940857, "log_amplitude_width_80_seed_max": 0.5220907330513, "shape_coverage_95_seed_mean": 0.9069552951388888, "shape_coverage_95_seed_min": 0.8974609375, "shape_coverage_95_seed_max": 0.9146158854166666, "shape_width_95_seed_mean": 0.5103254715601603, "shape_width_95_seed_min": 0.4931926727294922, "shape_width_95_seed_max": 0.5208114981651306, "log_amplitude_coverage_95_seed_mean": 0.9674479166666666, "log_amplitude_coverage_95_seed_min": 0.9609375, "log_amplitude_coverage_95_seed_max": 0.9765625, "log_amplitude_width_95_seed_mean": 0.7957033713658651, "log_amplitude_width_95_seed_min": 0.7920500636100769, "log_amplitude_width_95_seed_max": 0.7984688878059387}, {"arm": "distribution_randomized_generator", "modality": "hb", "scenario": "viscoelastic_outflow",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0.1267602062794062, "shape_rmse_seed_min": 0.1176270452473473, "shape_rmse_seed_max": 0.1341255140911825, "log_amplitude_squared_error_seed_mean": 0.0357455973770439, "log_amplitude_squared_error_seed_min": 0.0348607964374258, "log_amplitude_squared_error_seed_max": 0.0368845539815304, "source_rmse_seed_mean": 0.00561769611191, "source_rmse_seed_min": 0.0053767378114873, "source_rmse_seed_max": 0.0057434440383535, "shape_crps_seed_mean": 0.0712109118077301, "shape_crps_seed_min": 0.0668319485927516, "shape_crps_seed_max": 0.0752949251347672, "shape_nll_seed_mean": -0.7416513369874641, "shape_nll_seed_min": -0.7853353084152332, "shape_nll_seed_max": -0.6849540715881934, "log_amplitude_crps_seed_mean": 0.1066896221854138, "log_amplitude_crps_seed_min": 0.1051987584846125, "log_amplitude_crps_seed_max": 0.1086836443174754, "log_amplitude_nll_seed_mean": -0.2622821423418841, "log_amplitude_nll_seed_min": -0.2741625640856683, "log_amplitude_nll_seed_max": -0.2479380781530723, "reconstruction_mse_seed_mean": 0.0003265510912313, "reconstruction_mse_seed_min": 0.0001619152916838, "reconstruction_mse_seed_max": 0.0004579532543584, "reconstruction_native_mse_seed_mean": 5.019829976259142e-07, "reconstruction_native_mse_seed_min": 2.183078337649758e-07, "reconstruction_native_mse_seed_max": 8.223206698135674e-07, "source_support_seed_mean": 120.0, "source_support_seed_min": 120.0, "source_support_seed_max": 120.0, "observation_support_seed_mean": 240.0, "observation_support_seed_min": 240.0, "observation_support_seed_max": 240.0, "uncertainty_score_seed_mean": 0.3162609676558834, "uncertainty_score_seed_min": 0.3133053036290221, "uncertainty_score_seed_max": 0.3180229240679182, "shape_coverage_50_seed_mean": 0.4727756076388889, "shape_coverage_50_seed_min": 0.4620768229166667, "shape_coverage_50_seed_max": 0.48515625, "shape_width_50_seed_mean": 0.1489245347936958, "shape_width_50_seed_min": 0.1454537091369881, "shape_width_50_seed_max": 0.1514055474663715, "log_amplitude_coverage_50_seed_mean": 0.5286458333333334, "log_amplitude_coverage_50_seed_min": 0.49609375, "log_amplitude_coverage_50_seed_max": 0.546875, "log_amplitude_width_50_seed_mean": 0.2777050186608297, "log_amplitude_width_50_seed_min": 0.2771887134585995, "log_amplitude_width_50_seed_max": 0.278325492690783, "shape_coverage_80_seed_mean": 0.7552083333333334, "shape_coverage_80_seed_min": 0.7388346354166666, "shape_coverage_80_seed_max": 0.7658203125, "shape_width_80_seed_mean": 0.2829612748934677, "shape_width_80_seed_min": 0.2763665976201688, "shape_width_80_seed_max": 0.2876752765293835, "log_amplitude_coverage_80_seed_mean": 0.8229166666666666, "log_amplitude_coverage_80_seed_min": 0.80859375, "log_amplitude_coverage_80_seed_max": 0.83203125, "log_amplitude_width_80_seed_mean": 0.5276482234864185, "log_amplitude_width_80_seed_min": 0.5266672291909344, "log_amplitude_width_80_seed_max": 0.5288271422032267, "shape_coverage_95_seed_mean": 0.9087673611111112, "shape_coverage_95_seed_min": 0.89794921875, "shape_coverage_95_seed_max": 0.91591796875, "shape_width_95_seed_mean": 0.4327519257313219, "shape_width_95_seed_min": 0.4226662371210598, "shape_width_95_seed_max": 0.4399613691113093, "log_amplitude_coverage_95_seed_mean": 0.96875, "log_amplitude_coverage_95_seed_min": 0.96484375, "log_amplitude_coverage_95_seed_max": 0.9765625, "log_amplitude_width_95_seed_mean": 0.806968319210379, "log_amplitude_width_95_seed_min": 0.805468017293606, "log_amplitude_width_95_seed_max": 0.8087713214335963}, {"arm": "point_restricted_generator", "modality": "hb", "scenario": "alternative_hrf",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0.1548544676021176, "shape_rmse_seed_min": 0.1513358971259932, "shape_rmse_seed_max": 0.1608131507676367, "log_amplitude_squared_error_seed_mean": 0.2886854376784477, "log_amplitude_squared_error_seed_min": 0.2488246171096927, "log_amplitude_squared_error_seed_max": 0.3114539318578476, "source_rmse_seed_mean": 0.0122638866024049, "source_rmse_seed_min": 0.0115682455262073, "source_rmse_seed_max": 0.01270703157681, "shape_crps_seed_mean": 0.1011824188680899, "shape_crps_seed_min": 0.0980666579421267, "shape_crps_seed_max": 0.1067707713616376, "shape_nll_seed_mean": 2.645258570853103, "shape_nll_seed_min": 2.3812349192642914, "shape_nll_seed_max": 2.947958015359472, "log_amplitude_crps_seed_mean": 0.445834115024027, "log_amplitude_crps_seed_min": 0.4052755897205756, "log_amplitude_crps_seed_max": 0.4705853777706325, "log_amplitude_nll_seed_mean": 13.90799438152188, "log_amplitude_nll_seed_min": 11.844390024040086, "log_amplitude_nll_seed_max": 15.714685835289703, "reconstruction_mse_seed_mean": 3.932339588837659e-05, "reconstruction_mse_seed_min": 1.758818680906579e-05, "reconstruction_mse_seed_max": 7.71137858658383e-05, "reconstruction_native_mse_seed_mean": 3.377574885597984e-08, "reconstruction_native_mse_seed_min": 1.5861351964627982e-08, "reconstruction_native_mse_seed_max": 6.134670264412336e-08,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0.245876736111111, "shape_coverage_50_seed_min": 0.2294921875, "shape_coverage_50_seed_max": 0.2541341145833333, "shape_width_50_seed_mean": 0.0778129075964291, "shape_width_50_seed_min": 0.0768165737390518, "shape_width_50_seed_max": 0.0795066580176353, "log_amplitude_coverage_50_seed_mean": 0.0013020833333333, "log_amplitude_coverage_50_seed_min": 0.0, "log_amplitude_coverage_50_seed_max": 0.00390625, "log_amplitude_width_50_seed_mean": 0.1309849719206492, "log_amplitude_width_50_seed_min": 0.1285582482814788, "log_amplitude_width_50_seed_max": 0.1337293684482574, "shape_coverage_80_seed_mean": 0.4295030381944444, "shape_coverage_80_seed_min": 0.3979166666666667, "shape_coverage_80_seed_max": 0.4512044270833333, "shape_width_80_seed_mean": 0.147846962014834, "shape_width_80_seed_min": 0.145953893661499, "shape_width_80_seed_max": 0.1510651409626007, "log_amplitude_coverage_80_seed_mean": 0.0104166666666666, "log_amplitude_coverage_80_seed_min": 0.0, "log_amplitude_coverage_80_seed_max": 0.03125, "log_amplitude_width_80_seed_mean": 0.248875543475151, "log_amplitude_width_80_seed_min": 0.2442646771669387, "log_amplitude_width_80_seed_max": 0.2540899813175201, "shape_coverage_95_seed_mean": 0.5921006944444445, "shape_coverage_95_seed_min": 0.55712890625, "shape_coverage_95_seed_max": 0.61552734375, "shape_width_95_seed_mean": 0.2261124153931935, "shape_width_95_seed_min": 0.2232172042131424, "shape_width_95_seed_max": 0.2310342043638229, "log_amplitude_coverage_95_seed_mean": 0.0533854166666666, "log_amplitude_coverage_95_seed_min": 0.02734375, "log_amplitude_coverage_95_seed_max": 0.08984375, "log_amplitude_width_95_seed_mean": 0.3806222975254059, "log_amplitude_width_95_seed_min": 0.3735705912113189, "log_amplitude_width_95_seed_max": 0.3885971009731293}, {"arm": "point_randomized_generator", "modality": "hb", "scenario": "alternative_hrf",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0.1499006233208485, "shape_rmse_seed_min": 0.146246120140392, "shape_rmse_seed_max": 0.1524512805741173, "log_amplitude_squared_error_seed_mean": 0.2058355200998683, "log_amplitude_squared_error_seed_min": 0.1664892193238205, "log_amplitude_squared_error_seed_max": 0.230910676249902, "source_rmse_seed_mean": 0.0108321123245543, "source_rmse_seed_min": 0.0099123484415565, "source_rmse_seed_max": 0.0115467314303645, "shape_crps_seed_mean": 0.0883893307355416, "shape_crps_seed_min": 0.086845762334633, "shape_crps_seed_max": 0.0893780610131216, "shape_nll_seed_mean": -0.3395661405300618, "shape_nll_seed_min": -0.354773377534002, "shape_nll_seed_max": -0.3171795454341918, "log_amplitude_crps_seed_mean": 0.3051893796960638, "log_amplitude_crps_seed_min": 0.2658052495343878, "log_amplitude_crps_seed_max": 0.3285923181276967, "log_amplitude_nll_seed_mean": 1.8200423008585744, "log_amplitude_nll_seed_min": 1.3586865445539602, "log_amplitude_nll_seed_max": 2.121207639652509, "reconstruction_mse_seed_mean": 0.0001290720525284, "reconstruction_mse_seed_min": 0.0001000254602349, "reconstruction_mse_seed_max": 0.0001550195780889, "reconstruction_native_mse_seed_mean": 1.8439859279846965e-07, "reconstruction_native_mse_seed_min": 1.48734194194858e-07, "reconstruction_native_mse_seed_max": 2.103068753883878e-07,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0.4870551215277778, "shape_coverage_50_seed_min": 0.4794921875, "shape_coverage_50_seed_max": 0.4927083333333333, "shape_width_50_seed_mean": 0.1756202081839243, "shape_width_50_seed_min": 0.1697242259979248, "shape_width_50_seed_max": 0.1792287975549698, "log_amplitude_coverage_50_seed_mean": 0.17578125, "log_amplitude_coverage_50_seed_min": 0.15625, "log_amplitude_coverage_50_seed_max": 0.203125, "log_amplitude_width_50_seed_mean": 0.2738283673922221, "log_amplitude_width_50_seed_min": 0.2725711464881897, "log_amplitude_width_50_seed_max": 0.2747800648212433, "shape_coverage_80_seed_mean": 0.7506944444444444, "shape_coverage_80_seed_min": 0.7439453125, "shape_coverage_80_seed_max": 0.7639322916666667, "shape_width_80_seed_mean": 0.3336838781833648, "shape_width_80_seed_min": 0.3224813342094421, "shape_width_80_seed_max": 0.3405403196811676, "log_amplitude_coverage_80_seed_mean": 0.2942708333333333, "log_amplitude_coverage_80_seed_min": 0.25, "log_amplitude_coverage_80_seed_max": 0.359375, "log_amplitude_width_80_seed_mean": 0.5202824870745341, "log_amplitude_width_80_seed_min": 0.5178937315940857, "log_amplitude_width_80_seed_max": 0.5220907330513, "shape_coverage_95_seed_mean": 0.8915364583333334, "shape_coverage_95_seed_min": 0.8858723958333334, "shape_coverage_95_seed_max": 0.8975260416666666, "shape_width_95_seed_mean": 0.5103254715601603, "shape_width_95_seed_min": 0.4931926727294922, "shape_width_95_seed_max": 0.5208114981651306, "log_amplitude_coverage_95_seed_mean": 0.4869791666666667, "log_amplitude_coverage_95_seed_min": 0.421875, "log_amplitude_coverage_95_seed_max": 0.5859375, "log_amplitude_width_95_seed_mean": 0.7957033713658651, "log_amplitude_width_95_seed_min": 0.7920500636100769, "log_amplitude_width_95_seed_max": 0.7984688878059387}, {"arm": "distribution_randomized_generator", "modality": "hb", "scenario": "alternative_hrf",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0.1423440575996084, "shape_rmse_seed_min": 0.1293909925512922, "shape_rmse_seed_max": 0.1496024290530817, "log_amplitude_squared_error_seed_mean": 0.2071462767824812, "log_amplitude_squared_error_seed_min": 0.1966762687847192, "log_amplitude_squared_error_seed_max": 0.2129417314557273, "source_rmse_seed_mean": 0.010821334923185, "source_rmse_seed_min": 0.0107231926575145, "source_rmse_seed_max": 0.0109927333750387, "shape_crps_seed_mean": 0.080718928664199, "shape_crps_seed_min": 0.0739634816063926, "shape_crps_seed_max": 0.0847763555627201, "shape_nll_seed_mean": -0.6006710204855255, "shape_nll_seed_min": -0.6827915857749758, "shape_nll_seed_max": -0.5432965593703557, "log_amplitude_crps_seed_mean": 0.3136546759000834, "log_amplitude_crps_seed_min": 0.3002252744030647, "log_amplitude_crps_seed_max": 0.3208883324430329, "log_amplitude_nll_seed_mean": 2.895921055274396, "log_amplitude_nll_seed_min": 2.3537541047074004, "log_amplitude_nll_seed_max": 3.462840798275737, "reconstruction_mse_seed_mean": 0.0002323029428174, "reconstruction_mse_seed_min": 0.0001184468643325, "reconstruction_mse_seed_max": 0.0003403536177564, "reconstruction_native_mse_seed_mean": 3.7706975979517436e-07, "reconstruction_native_mse_seed_min": 1.8009567623792477e-07, "reconstruction_native_mse_seed_max": 6.047946128551895e-07, "source_support_seed_mean": 120.0, "source_support_seed_min": 120.0, "source_support_seed_max": 120.0, "observation_support_seed_mean": 240.0, "observation_support_seed_min": 240.0, "observation_support_seed_max": 240.0, "uncertainty_score_seed_mean": 0.2938937285798602, "uncertainty_score_seed_min": 0.2870093315723352, "uncertainty_score_seed_max": 0.2991983199608512, "shape_coverage_50_seed_mean": 0.4650065104166667, "shape_coverage_50_seed_min": 0.4300130208333333, "shape_coverage_50_seed_max": 0.5046875, "shape_width_50_seed_mean": 0.1779422758685339, "shape_width_50_seed_min": 0.1731723005705741, "shape_width_50_seed_max": 0.1818238020316736, "log_amplitude_coverage_50_seed_mean": 0.0989583333333333, "log_amplitude_coverage_50_seed_min": 0.0703125, "log_amplitude_coverage_50_seed_max": 0.140625, "log_amplitude_width_50_seed_mean": 0.2185143310683391, "log_amplitude_width_50_seed_min": 0.2083389720501145, "log_amplitude_width_50_seed_max": 0.2254154312249738, "shape_coverage_80_seed_mean": 0.7609266493055555, "shape_coverage_80_seed_min": 0.7316080729166665, "shape_coverage_80_seed_max": 0.7945963541666667, "shape_width_80_seed_mean": 0.3380958907869272, "shape_width_80_seed_min": 0.3290327885353084, "shape_width_80_seed_max": 0.3454709119593948, "log_amplitude_coverage_80_seed_mean": 0.1953125, "log_amplitude_coverage_80_seed_min": 0.18359375, "log_amplitude_coverage_80_seed_max": 0.21484375, "log_amplitude_width_80_seed_mean": 0.4151840654279415, "log_amplitude_width_80_seed_min": 0.3958505662740208, "log_amplitude_width_80_seed_max": 0.4282963706646114, "shape_coverage_95_seed_mean": 0.919921875, "shape_coverage_95_seed_min": 0.9107096354166666, "shape_coverage_95_seed_max": 0.9367513020833332, "shape_width_95_seed_mean": 0.5170730441779597, "shape_width_95_seed_min": 0.5032122253631921, "shape_width_95_seed_max": 0.5283521656769155, "log_amplitude_coverage_95_seed_mean": 0.390625, "log_amplitude_coverage_95_seed_min": 0.3515625, "log_amplitude_coverage_95_seed_max": 0.4375, "log_amplitude_width_95_seed_mean": 0.6349692344665527, "log_amplitude_width_95_seed_min": 0.605401195876766, "log_amplitude_width_95_seed_max": 0.6550227775005624}, {"arm": "point_restricted_generator", "modality": "hb", "scenario": "independent_Hb_drive",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0.5310925185495067, "shape_rmse_seed_min": 0.5285136702710787, "shape_rmse_seed_max": 0.5338374290726341, "log_amplitude_squared_error_seed_mean": 0.0428271019840342, "log_amplitude_squared_error_seed_min": 0.0417460432376522, "log_amplitude_squared_error_seed_max": 0.0433901152873607, "source_rmse_seed_mean": 0.0157236797643148, "source_rmse_seed_min": 0.0156077365784929, "source_rmse_seed_max": 0.0157920831884119, "shape_crps_seed_mean": 0.4058693151714074, "shape_crps_seed_min": 0.4036661710854181, "shape_crps_seed_max": 0.4084112302048804, "shape_nll_seed_mean": 51.60204030178203, "shape_nll_seed_min": 49.372639341283744, "shape_nll_seed_max": 53.46351476949252, "log_amplitude_crps_seed_mean": 0.1308157830610651, "log_amplitude_crps_seed_min": 0.1289620965598425, "log_amplitude_crps_seed_max": 0.1324918512045731, "log_amplitude_nll_seed_mean": 0.8596263231424465, "log_amplitude_nll_seed_min": 0.8091420830205782, "log_amplitude_nll_seed_max": 0.9544967229823514, "reconstruction_mse_seed_mean": 0.0001188205529223, "reconstruction_mse_seed_min": 2.465856050397754e-05, "reconstruction_mse_seed_max": 0.0002586531419054, "reconstruction_native_mse_seed_mean": 9.839572453016153e-08, "reconstruction_native_mse_seed_min": 2.394708225853462e-08, "reconstruction_native_mse_seed_max": 1.9495873330328465e-07,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0.0960937499999999, "shape_coverage_50_seed_min": 0.0933268229166666, "shape_coverage_50_seed_max": 0.0975260416666666, "shape_width_50_seed_mean": 0.0778129075964291, "shape_width_50_seed_min": 0.0768165737390518, "shape_width_50_seed_max": 0.0795066580176353, "log_amplitude_coverage_50_seed_mean": 0.2356770833333333, "log_amplitude_coverage_50_seed_min": 0.22265625, "log_amplitude_coverage_50_seed_max": 0.24609375, "log_amplitude_width_50_seed_mean": 0.1309849719206492, "log_amplitude_width_50_seed_min": 0.1285582482814788, "log_amplitude_width_50_seed_max": 0.1337293684482574, "shape_coverage_80_seed_mean": 0.1741536458333333, "shape_coverage_80_seed_min": 0.1703125, "shape_coverage_80_seed_max": 0.1764973958333333, "shape_width_80_seed_mean": 0.147846962014834, "shape_width_80_seed_min": 0.145953893661499, "shape_width_80_seed_max": 0.1510651409626007, "log_amplitude_coverage_80_seed_mean": 0.4127604166666667, "log_amplitude_coverage_80_seed_min": 0.39453125, "log_amplitude_coverage_80_seed_max": 0.4296875, "log_amplitude_width_80_seed_mean": 0.248875543475151, "log_amplitude_width_80_seed_min": 0.2442646771669387, "log_amplitude_width_80_seed_max": 0.2540899813175201, "shape_coverage_95_seed_mean": 0.2503038194444444, "shape_coverage_95_seed_min": 0.2443033854166666, "shape_coverage_95_seed_max": 0.2551106770833333, "shape_width_95_seed_mean": 0.2261124153931935, "shape_width_95_seed_min": 0.2232172042131424, "shape_width_95_seed_max": 0.2310342043638229, "log_amplitude_coverage_95_seed_mean": 0.6106770833333334, "log_amplitude_coverage_95_seed_min": 0.578125, "log_amplitude_coverage_95_seed_max": 0.6328125, "log_amplitude_width_95_seed_mean": 0.3806222975254059, "log_amplitude_width_95_seed_min": 0.3735705912113189, "log_amplitude_width_95_seed_max": 0.3885971009731293}, {"arm": "point_randomized_generator", "modality": "hb", "scenario": "independent_Hb_drive",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0.5213342989144686, "shape_rmse_seed_min": 0.5155496783428065, "shape_rmse_seed_max": 0.5257147066357837, "log_amplitude_squared_error_seed_mean": 0.0387401852686818, "log_amplitude_squared_error_seed_min": 0.0384826662155866, "log_amplitude_squared_error_seed_max": 0.0389026065855833, "source_rmse_seed_mean": 0.0148167061131471, "source_rmse_seed_min": 0.0147572797136122, "source_rmse_seed_max": 0.0148493707702431, "shape_crps_seed_mean": 0.3715725776208476, "shape_crps_seed_min": 0.3661983810810852, "shape_crps_seed_max": 0.3743583664042792, "shape_nll_seed_mean": 9.221101927298069, "shape_nll_seed_min": 8.730903085530734, "shape_nll_seed_max": 9.98324177043202, "log_amplitude_crps_seed_mean": 0.1104749483348964, "log_amplitude_crps_seed_min": 0.1098995457413015, "log_amplitude_crps_seed_max": 0.1110894987066202, "log_amplitude_nll_seed_mean": -0.2055525412890191, "log_amplitude_nll_seed_min": -0.208618756941689, "log_amplitude_nll_seed_max": -0.2038348883765264, "reconstruction_mse_seed_mean": 0.0002315736297717, "reconstruction_mse_seed_min": 0.0001814947924261, "reconstruction_mse_seed_max": 0.0003184123508997, "reconstruction_native_mse_seed_mean": 3.356518992860145e-07, "reconstruction_native_mse_seed_min": 2.2577648237788347e-07, "reconstruction_native_mse_seed_max": 5.209875739472067e-07,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0.2238715277777777, "shape_coverage_50_seed_min": 0.2173177083333333, "shape_coverage_50_seed_max": 0.2308919270833333, "shape_width_50_seed_mean": 0.1756202081839243, "shape_width_50_seed_min": 0.1697242259979248, "shape_width_50_seed_max": 0.1792287975549698, "log_amplitude_coverage_50_seed_mean": 0.546875, "log_amplitude_coverage_50_seed_min": 0.5390625, "log_amplitude_coverage_50_seed_max": 0.55078125, "log_amplitude_width_50_seed_mean": 0.2738283673922221, "log_amplitude_width_50_seed_min": 0.2725711464881897, "log_amplitude_width_50_seed_max": 0.2747800648212433, "shape_coverage_80_seed_mean": 0.3553059895833333, "shape_coverage_80_seed_min": 0.3445963541666667, "shape_coverage_80_seed_max": 0.3641276041666667, "shape_width_80_seed_mean": 0.3336838781833648, "shape_width_80_seed_min": 0.3224813342094421, "shape_width_80_seed_max": 0.3405403196811676, "log_amplitude_coverage_80_seed_mean": 0.8072916666666666, "log_amplitude_coverage_80_seed_min": 0.79296875, "log_amplitude_coverage_80_seed_max": 0.81640625, "log_amplitude_width_80_seed_mean": 0.5202824870745341, "log_amplitude_width_80_seed_min": 0.5178937315940857, "log_amplitude_width_80_seed_max": 0.5220907330513, "shape_coverage_95_seed_mean": 0.4626844618055555, "shape_coverage_95_seed_min": 0.45322265625, "shape_coverage_95_seed_max": 0.4703776041666667, "shape_width_95_seed_mean": 0.5103254715601603, "shape_width_95_seed_min": 0.4931926727294922, "shape_width_95_seed_max": 0.5208114981651306, "log_amplitude_coverage_95_seed_mean": 0.96484375, "log_amplitude_coverage_95_seed_min": 0.95703125, "log_amplitude_coverage_95_seed_max": 0.96875, "log_amplitude_width_95_seed_mean": 0.7957033713658651, "log_amplitude_width_95_seed_min": 0.7920500636100769, "log_amplitude_width_95_seed_max": 0.7984688878059387}, {"arm": "distribution_randomized_generator", "modality": "hb", "scenario": "independent_Hb_drive",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0.5145927279694283, "shape_rmse_seed_min": 0.5092641645217508, "shape_rmse_seed_max": 0.5179720287876741, "log_amplitude_squared_error_seed_mean": 0.0374209312509118, "log_amplitude_squared_error_seed_min": 0.0362686692456948, "log_amplitude_squared_error_seed_max": 0.0385312429694344, "source_rmse_seed_mean": 0.0148126555227463, "source_rmse_seed_min": 0.0147001193453378, "source_rmse_seed_max": 0.0148988540251927, "shape_crps_seed_mean": 0.367845722749285, "shape_crps_seed_min": 0.3626181651133265, "shape_crps_seed_max": 0.3706622145544315, "shape_nll_seed_mean": 14.347981298590057, "shape_nll_seed_min": 13.013843251070163, "shape_nll_seed_max": 16.056236760123284, "log_amplitude_crps_seed_mean": 0.1090816807395054, "log_amplitude_crps_seed_min": 0.1077043244403878, "log_amplitude_crps_seed_max": 0.1102523359361982, "log_amplitude_nll_seed_mean": -0.2268746262766804, "log_amplitude_nll_seed_min": -0.2311041971387809, "log_amplitude_nll_seed_max": -0.2198591008686663, "reconstruction_mse_seed_mean": 0.0003681726662647, "reconstruction_mse_seed_min": 0.0001657642329142, "reconstruction_mse_seed_max": 0.0005060746385064, "reconstruction_native_mse_seed_mean": 5.712763278394637e-07, "reconstruction_native_mse_seed_min": 2.470404763953268e-07, "reconstruction_native_mse_seed_max": 8.937286724425516e-07, "source_support_seed_mean": 120.0, "source_support_seed_min": 120.0, "source_support_seed_max": 120.0, "observation_support_seed_mean": 240.0, "observation_support_seed_min": 240.0, "observation_support_seed_max": 240.0, "uncertainty_score_seed_mean": 0.3191915974020958, "uncertainty_score_seed_min": 0.3174376086099073, "uncertainty_score_seed_max": 0.3203946513822302, "shape_coverage_50_seed_mean": 0.1475911458333333, "shape_coverage_50_seed_min": 0.14453125, "shape_coverage_50_seed_max": 0.1528971354166666, "shape_width_50_seed_mean": 0.1538811392044711, "shape_width_50_seed_min": 0.1516088125006717, "shape_width_50_seed_max": 0.155938647357713, "log_amplitude_coverage_50_seed_mean": 0.5286458333333334, "log_amplitude_coverage_50_seed_min": 0.51953125, "log_amplitude_coverage_50_seed_max": 0.53515625, "log_amplitude_width_50_seed_mean": 0.2767017729153546, "log_amplitude_width_50_seed_min": 0.2753874635673128, "log_amplitude_width_50_seed_max": 0.2781098498962819, "shape_coverage_80_seed_mean": 0.2705403645833333, "shape_coverage_80_seed_min": 0.2677408854166666, "shape_coverage_80_seed_max": 0.27607421875, "shape_width_80_seed_mean": 0.292378978338335, "shape_width_80_seed_min": 0.2880614865756797, "shape_width_80_seed_max": 0.2962883081911665, "log_amplitude_coverage_80_seed_mean": 0.80078125, "log_amplitude_coverage_80_seed_min": 0.7890625, "log_amplitude_coverage_80_seed_max": 0.8203125, "log_amplitude_width_80_seed_mean": 0.525742024978778, "log_amplitude_width_80_seed_min": 0.52324479597155, "log_amplitude_width_80_seed_max": 0.5284174152184278, "shape_coverage_95_seed_mean": 0.3916666666666666, "shape_coverage_95_seed_min": 0.3865559895833333, "shape_coverage_95_seed_max": 0.39892578125, "shape_width_95_seed_mean": 0.4471550602167958, "shape_width_95_seed_min": 0.4405520263127982, "shape_width_95_seed_max": 0.4531338643433021, "log_amplitude_coverage_95_seed_mean": 0.9609375, "log_amplitude_coverage_95_seed_min": 0.95703125, "log_amplitude_coverage_95_seed_max": 0.96484375, "log_amplitude_width_95_seed_mean": 0.8040530420063684, "log_amplitude_width_95_seed_min": 0.8002338586375117, "log_amplitude_width_95_seed_max": 0.8081446993164718}, {"arm": "point_restricted_generator", "modality": "hb",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0.8407184209444889, "shape_rmse_seed_min": 0.8268555641670758, "shape_rmse_seed_max": 0.8649547508604318, "log_amplitude_squared_error_seed_mean": 1.1033078249540922, "log_amplitude_squared_error_seed_min": 1.009951894299586, "log_amplitude_squared_error_seed_max": 1.206361581419069, "source_rmse_seed_mean": 0.0259242889160293, "source_rmse_seed_min": 0.0257288488111307, "source_rmse_seed_max": 0.0261825349815935, "shape_crps_seed_mean": 0.6618548160588337, "shape_crps_seed_min": 0.6506187168399264, "shape_crps_seed_max": 0.6828940889288788, "shape_nll_seed_mean": 105.4121421244526, "shape_nll_seed_min": 98.32904755808023, "shape_nll_seed_max": 114.2962018013466, "log_amplitude_crps_seed_mean": 0.9113693962658272, "log_amplitude_crps_seed_min": 0.8617037275332662, "log_amplitude_crps_seed_max": 0.964796207815024, "log_amplitude_nll_seed_mean": 57.21165336383911, "log_amplitude_nll_seed_min": 52.40497560955637, "log_amplitude_nll_seed_max": 64.98202399289296, "reconstruction_mse_seed_mean": 3.822461343381721e-05, "reconstruction_mse_seed_min": 2.701610208354441e-05, "reconstruction_mse_seed_max": 4.69933914357502e-05, "reconstruction_native_mse_seed_mean": 5.157162298536871e-08, "reconstruction_native_mse_seed_min": 2.1682390460496536e-08, "reconstruction_native_mse_seed_max": 7.65845421731354e-08,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0.0438368055555555, "shape_coverage_50_seed_min": 0.04169921875, "shape_coverage_50_seed_max": 0.0452799479166666, "shape_width_50_seed_mean": 0.0778129075964291, "shape_width_50_seed_min": 0.0768165737390518, "shape_width_50_seed_max": 0.0795066580176353, "log_amplitude_coverage_50_seed_mean": 0.0013020833333333, "log_amplitude_coverage_50_seed_min": 0.0, "log_amplitude_coverage_50_seed_max": 0.00390625, "log_amplitude_width_50_seed_mean": 0.1309849719206492, "log_amplitude_width_50_seed_min": 0.1285582482814788, "log_amplitude_width_50_seed_max": 0.1337293684482574, "shape_coverage_80_seed_mean": 0.0812934027777777, "shape_coverage_80_seed_min": 0.0777994791666666, "shape_coverage_80_seed_max": 0.08359375, "shape_width_80_seed_mean": 0.147846962014834, "shape_width_80_seed_min": 0.145953893661499, "shape_width_80_seed_max": 0.1510651409626007, "log_amplitude_coverage_80_seed_mean": 0.00390625, "log_amplitude_coverage_80_seed_min": 0.00390625, "log_amplitude_coverage_80_seed_max": 0.00390625, "log_amplitude_width_80_seed_mean": 0.248875543475151, "log_amplitude_width_80_seed_min": 0.2442646771669387, "log_amplitude_width_80_seed_max": 0.2540899813175201, "shape_coverage_95_seed_mean": 0.1219292534722222, "shape_coverage_95_seed_min": 0.1164713541666666, "shape_coverage_95_seed_max": 0.1256184895833333, "shape_width_95_seed_mean": 0.2261124153931935, "shape_width_95_seed_min": 0.2232172042131424, "shape_width_95_seed_max": 0.2310342043638229, "log_amplitude_coverage_95_seed_mean": 0.0078125, "log_amplitude_coverage_95_seed_min": 0.00390625, "log_amplitude_coverage_95_seed_max": 0.015625, "log_amplitude_width_95_seed_mean": 0.3806222975254059, "log_amplitude_width_95_seed_min": 0.3735705912113189, "log_amplitude_width_95_seed_max": 0.3885971009731293}, {"arm": "point_randomized_generator", "modality": "hb",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0.7373194179683606, "shape_rmse_seed_min": 0.7070376834244803, "shape_rmse_seed_max": 0.7606174353437467, "log_amplitude_squared_error_seed_mean": 0.7698370919981429, "log_amplitude_squared_error_seed_min": 0.7033034147173416, "log_amplitude_squared_error_seed_max": 0.8623342068806872, "source_rmse_seed_mean": 0.0241370963974767, "source_rmse_seed_min": 0.0235960857571987, "source_rmse_seed_max": 0.0244288553886101, "shape_crps_seed_mean": 0.5316104932800751, "shape_crps_seed_min": 0.507306854560314, "shape_crps_seed_max": 0.5492081546384725, "shape_nll_seed_mean": 15.457157093824613, "shape_nll_seed_min": 13.562795825962288, "shape_nll_seed_max": 16.870318596825623, "log_amplitude_crps_seed_mean": 0.6714878914331676, "log_amplitude_crps_seed_min": 0.6326080151128124, "log_amplitude_crps_seed_max": 0.7251150537386559, "log_amplitude_nll_seed_mean": 8.663323486755539, "log_amplitude_nll_seed_min": 7.840713191077132, "log_amplitude_nll_seed_max": 9.719487517086836, "reconstruction_mse_seed_mean": 0.000251868295047, "reconstruction_mse_seed_min": 0.0002064437338194, "reconstruction_mse_seed_max": 0.0003341933573373, "reconstruction_native_mse_seed_mean": 3.1205039770707785e-07, "reconstruction_native_mse_seed_min": 2.5885920404868385e-07, "reconstruction_native_mse_seed_max": 4.113223844468589e-07,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0.1171332465277777, "shape_coverage_50_seed_min": 0.1103190104166666, "shape_coverage_50_seed_max": 0.1298828125, "shape_width_50_seed_mean": 0.1756202081839243, "shape_width_50_seed_min": 0.1697242259979248, "shape_width_50_seed_max": 0.1792287975549698, "log_amplitude_coverage_50_seed_mean": 0.0638020833333333, "log_amplitude_coverage_50_seed_min": 0.015625, "log_amplitude_coverage_50_seed_max": 0.1015625, "log_amplitude_width_50_seed_mean": 0.2738283673922221, "log_amplitude_width_50_seed_min": 0.2725711464881897, "log_amplitude_width_50_seed_max": 0.2747800648212433, "shape_coverage_80_seed_mean": 0.2062065972222222, "shape_coverage_80_seed_min": 0.1993489583333333, "shape_coverage_80_seed_max": 0.2159505208333333, "shape_width_80_seed_mean": 0.3336838781833648, "shape_width_80_seed_min": 0.3224813342094421, "shape_width_80_seed_max": 0.3405403196811676, "log_amplitude_coverage_80_seed_mean": 0.1536458333333333, "log_amplitude_coverage_80_seed_min": 0.12890625, "log_amplitude_coverage_80_seed_max": 0.16796875, "log_amplitude_width_80_seed_mean": 0.5202824870745341, "log_amplitude_width_80_seed_min": 0.5178937315940857, "log_amplitude_width_80_seed_max": 0.5220907330513, "shape_coverage_95_seed_mean": 0.2921657986111111, "shape_coverage_95_seed_min": 0.2832356770833333, "shape_coverage_95_seed_max": 0.29736328125, "shape_width_95_seed_mean": 0.5103254715601603, "shape_width_95_seed_min": 0.4931926727294922, "shape_width_95_seed_max": 0.5208114981651306, "log_amplitude_coverage_95_seed_mean": 0.2291666666666666, "log_amplitude_coverage_95_seed_min": 0.19140625, "log_amplitude_coverage_95_seed_max": 0.2578125, "log_amplitude_width_95_seed_mean": 0.7957033713658651, "log_amplitude_width_95_seed_min": 0.7920500636100769, "log_amplitude_width_95_seed_max": 0.7984688878059387}, {"arm": "distribution_randomized_generator", "modality": "hb",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0.7511903285239052, "shape_rmse_seed_min": 0.7245682232516619, "shape_rmse_seed_max": 0.7923342478275881, "log_amplitude_squared_error_seed_mean": 0.8153918483379731, "log_amplitude_squared_error_seed_min": 0.7517849834194352, "log_amplitude_squared_error_seed_max": 0.8564054517212428, "source_rmse_seed_mean": 0.0243665600472407, "source_rmse_seed_min": 0.0239634758459384, "source_rmse_seed_max": 0.0247944461291327, "shape_crps_seed_mean": 0.5103582254206609, "shape_crps_seed_min": 0.4926748962243134, "shape_crps_seed_max": 0.5431434787068004, "shape_nll_seed_mean": 7.278516273183373, "shape_nll_seed_min": 6.3150643232317325, "shape_nll_seed_max": 8.277359211233366, "log_amplitude_crps_seed_mean": 0.7765981972984951, "log_amplitude_crps_seed_min": 0.7390767985011071, "log_amplitude_crps_seed_max": 0.7955709459072793, "log_amplitude_nll_seed_mean": 205.38422118503323, "log_amplitude_nll_seed_min": 120.83243566183008, "log_amplitude_nll_seed_max": 302.03723477890594, "reconstruction_mse_seed_mean": 0.0003024156092025, "reconstruction_mse_seed_min": 0.0002222151098036, "reconstruction_mse_seed_max": 0.0004528096202357, "reconstruction_native_mse_seed_mean": 5.169236854995057e-07, "reconstruction_native_mse_seed_min": 3.083695914431832e-07, "reconstruction_native_mse_seed_max": 8.081122432198732e-07, "source_support_seed_mean": 120.0, "source_support_seed_min": 120.0, "source_support_seed_max": 120.0, "observation_support_seed_mean": 240.0, "observation_support_seed_min": 240.0, "observation_support_seed_max": 240.0, "uncertainty_score_seed_mean": 0.245002556068357, "uncertainty_score_seed_min": 0.219066321325954, "uncertainty_score_seed_max": 0.2688299202127382, "shape_coverage_50_seed_mean": 0.1162000868055555, "shape_coverage_50_seed_min": 0.109765625, "shape_coverage_50_seed_max": 0.12431640625, "shape_width_50_seed_mean": 0.2651201514902014, "shape_width_50_seed_min": 0.2436774782103687, "shape_width_50_seed_max": 0.2795985953137157, "log_amplitude_coverage_50_seed_mean": 0.0, "log_amplitude_coverage_50_seed_min": 0.0, "log_amplitude_coverage_50_seed_max": 0.0, "log_amplitude_width_50_seed_mean": 0.0653832673609334, "log_amplitude_width_50_seed_min": 0.0518384913593763, "log_amplitude_width_50_seed_max": 0.0830474499962292, "shape_coverage_80_seed_mean": 0.2231770833333333, "shape_coverage_80_seed_min": 0.2118815104166667, "shape_coverage_80_seed_max": 0.2338541666666667, "shape_width_80_seed_mean": 0.5037365815225106, "shape_width_80_seed_min": 0.4629948314873521, "shape_width_80_seed_max": 0.5312460778106469, "log_amplitude_coverage_80_seed_mean": 0.0078125, "log_amplitude_coverage_80_seed_min": 0.0, "log_amplitude_coverage_80_seed_max": 0.01953125, "log_amplitude_width_80_seed_mean": 0.1242302531415286, "log_amplitude_width_80_seed_min": 0.0984947550750803, "log_amplitude_width_80_seed_max": 0.1577927527250722, "shape_coverage_95_seed_mean": 0.3443467881944445, "shape_coverage_95_seed_min": 0.3288736979166666, "shape_coverage_95_seed_max": 0.3636393229166667, "shape_width_95_seed_mean": 0.7703986201360143, "shape_width_95_seed_min": 0.7080894905612999, "shape_width_95_seed_max": 0.8124707638278779, "log_amplitude_coverage_95_seed_mean": 0.0208333333333333, "log_amplitude_coverage_95_seed_min": 0.0078125, "log_amplitude_coverage_95_seed_max": 0.04296875, "log_amplitude_width_95_seed_mean": 0.1899937770504038, "log_amplitude_width_95_seed_min": 0.1506347292161081, "log_amplitude_width_95_seed_max": 0.2413231905084103}, {"arm": "point_restricted_generator", "modality": "hb", "scenario": "exact_eeg_alias",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0.1289887099208756, "shape_rmse_seed_min": 0.1268491959383112, "shape_rmse_seed_max": 0.1330092924547976, "log_amplitude_squared_error_seed_mean": 0.0582662206939261, "log_amplitude_squared_error_seed_min": 0.0563469463751214, "log_amplitude_squared_error_seed_max": 0.0613012860783643, "source_rmse_seed_mean": 0.012897841366246, "source_rmse_seed_min": 0.0126861699153434, "source_rmse_seed_max": 0.0130387766846144, "shape_crps_seed_mean": 0.0813730083207903, "shape_crps_seed_min": 0.0801858141281627, "shape_crps_seed_max": 0.083729798131723, "shape_nll_seed_mean": 0.9968652680192868, "shape_nll_seed_min": 0.7951515685146053, "shape_nll_seed_max": 1.2089984068802246, "log_amplitude_crps_seed_mean": 0.1517738303974737, "log_amplitude_crps_seed_min": 0.1486195240309571, "log_amplitude_crps_seed_max": 0.1563550276848435, "log_amplitude_nll_seed_mean": 1.6789536940236731, "log_amplitude_nll_seed_min": 1.5153326288919526, "log_amplitude_nll_seed_max": 1.851243876842336, "reconstruction_mse_seed_mean": 0.0023624434854718, "reconstruction_mse_seed_min": 0.0008637682380335, "reconstruction_mse_seed_max": 0.0033724565270182, "reconstruction_native_mse_seed_mean": 2.607749524699121e-06, "reconstruction_native_mse_seed_min": 7.820739193189595e-07, "reconstruction_native_mse_seed_max": 3.853823916557333e-06,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0.2806857638888889, "shape_coverage_50_seed_min": 0.2752604166666667, "shape_coverage_50_seed_max": 0.2859700520833333, "shape_width_50_seed_mean": 0.0778129075964291, "shape_width_50_seed_min": 0.0768165737390518, "shape_width_50_seed_max": 0.0795066580176353, "log_amplitude_coverage_50_seed_mean": 0.2083333333333333, "log_amplitude_coverage_50_seed_min": 0.1875, "log_amplitude_coverage_50_seed_max": 0.21875, "log_amplitude_width_50_seed_mean": 0.1309849719206492, "log_amplitude_width_50_seed_min": 0.1285582482814788, "log_amplitude_width_50_seed_max": 0.1337293684482574, "shape_coverage_80_seed_mean": 0.4886176215277777, "shape_coverage_80_seed_min": 0.4778971354166667, "shape_coverage_80_seed_max": 0.4997395833333333, "shape_width_80_seed_mean": 0.147846962014834, "shape_width_80_seed_min": 0.145953893661499, "shape_width_80_seed_max": 0.1510651409626007, "log_amplitude_coverage_80_seed_mean": 0.3828125, "log_amplitude_coverage_80_seed_min": 0.37109375, "log_amplitude_coverage_80_seed_max": 0.3984375, "log_amplitude_width_80_seed_mean": 0.248875543475151, "log_amplitude_width_80_seed_min": 0.2442646771669387, "log_amplitude_width_80_seed_max": 0.2540899813175201, "shape_coverage_95_seed_mean": 0.65712890625, "shape_coverage_95_seed_min": 0.6446289062499999, "shape_coverage_95_seed_max": 0.6692057291666667, "shape_width_95_seed_mean": 0.2261124153931935, "shape_width_95_seed_min": 0.2232172042131424, "shape_width_95_seed_max": 0.2310342043638229, "log_amplitude_coverage_95_seed_mean": 0.5520833333333334, "log_amplitude_coverage_95_seed_min": 0.5234375, "log_amplitude_coverage_95_seed_max": 0.578125, "log_amplitude_width_95_seed_mean": 0.3806222975254059, "log_amplitude_width_95_seed_min": 0.3735705912113189, "log_amplitude_width_95_seed_max": 0.3885971009731293}, {"arm": "point_randomized_generator", "modality": "hb", "scenario": "exact_eeg_alias",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0.111208588021344, "shape_rmse_seed_min": 0.1031067373424162, "shape_rmse_seed_max": 0.1173908067362368, "log_amplitude_squared_error_seed_mean": 0.0840103064024745, "log_amplitude_squared_error_seed_min": 0.081053717157615, "log_amplitude_squared_error_seed_max": 0.0898412235057435, "source_rmse_seed_mean": 0.0136575702925869, "source_rmse_seed_min": 0.0131536399612244, "source_rmse_seed_max": 0.0143391464198357, "shape_crps_seed_mean": 0.0656276077411247, "shape_crps_seed_min": 0.0612414971913191, "shape_crps_seed_max": 0.0689659423514361, "shape_nll_seed_mean": -0.7045499193495036, "shape_nll_seed_min": -0.7658056928931425, "shape_nll_seed_max": -0.6576168697482596, "log_amplitude_crps_seed_mean": 0.1732735525450962, "log_amplitude_crps_seed_min": 0.1694005478310162, "log_amplitude_crps_seed_max": 0.1808632481790945, "log_amplitude_nll_seed_mean": 0.3435494238569941, "log_amplitude_nll_seed_min": 0.3068111859122998, "log_amplitude_nll_seed_max": 0.4104503984029549, "reconstruction_mse_seed_mean": 0.0009535692315036, "reconstruction_mse_seed_min": 0.0007289302743985, "reconstruction_mse_seed_max": 0.0011095146436643, "reconstruction_native_mse_seed_mean": 1.3606434801170364e-06, "reconstruction_native_mse_seed_min": 9.19719807495829e-07, "reconstruction_native_mse_seed_max": 1.7386782356071866e-06,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0.5882269965277778, "shape_coverage_50_seed_min": 0.575390625, "shape_coverage_50_seed_max": 0.61005859375, "shape_width_50_seed_mean": 0.1756202081839243, "shape_width_50_seed_min": 0.1697242259979248, "shape_width_50_seed_max": 0.1792287975549698, "log_amplitude_coverage_50_seed_mean": 0.30859375, "log_amplitude_coverage_50_seed_min": 0.2734375, "log_amplitude_coverage_50_seed_max": 0.3359375, "log_amplitude_width_50_seed_mean": 0.2738283673922221, "log_amplitude_width_50_seed_min": 0.2725711464881897, "log_amplitude_width_50_seed_max": 0.2747800648212433, "shape_coverage_80_seed_mean": 0.8572265624999998, "shape_coverage_80_seed_min": 0.84541015625, "shape_coverage_80_seed_max": 0.87099609375, "shape_width_80_seed_mean": 0.3336838781833648, "shape_width_80_seed_min": 0.3224813342094421, "shape_width_80_seed_max": 0.3405403196811676, "log_amplitude_coverage_80_seed_mean": 0.5690104166666666, "log_amplitude_coverage_80_seed_min": 0.5546875, "log_amplitude_coverage_80_seed_max": 0.5859375, "log_amplitude_width_80_seed_mean": 0.5202824870745341, "log_amplitude_width_80_seed_min": 0.5178937315940857, "log_amplitude_width_80_seed_max": 0.5220907330513, "shape_coverage_95_seed_mean": 0.9614366319444444, "shape_coverage_95_seed_min": 0.9548177083333332, "shape_coverage_95_seed_max": 0.9655924479166668, "shape_width_95_seed_mean": 0.5103254715601603, "shape_width_95_seed_min": 0.4931926727294922, "shape_width_95_seed_max": 0.5208114981651306, "log_amplitude_coverage_95_seed_mean": 0.8229166666666666, "log_amplitude_coverage_95_seed_min": 0.81640625, "log_amplitude_coverage_95_seed_max": 0.828125, "log_amplitude_width_95_seed_mean": 0.7957033713658651, "log_amplitude_width_95_seed_min": 0.7920500636100769, "log_amplitude_width_95_seed_max": 0.7984688878059387}, {"arm": "distribution_randomized_generator", "modality": "hb", "scenario": "exact_eeg_alias",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0.0879065699788204, "shape_rmse_seed_min": 0.0844916464716872, "shape_rmse_seed_max": 0.090508912867295, "log_amplitude_squared_error_seed_mean": 0.072988965811778, "log_amplitude_squared_error_seed_min": 0.05963785725841, "log_amplitude_squared_error_seed_max": 0.0804680640158664, "source_rmse_seed_mean": 0.0128947095357097, "source_rmse_seed_min": 0.0117745133938484, "source_rmse_seed_max": 0.0137941074417497, "shape_crps_seed_mean": 0.0500015864123118, "shape_crps_seed_min": 0.0481376683663863, "shape_crps_seed_max": 0.051252419965264, "shape_nll_seed_mean": -1.0805780949737205, "shape_nll_seed_min": -1.1221062846297476, "shape_nll_seed_max": -1.0561267449801863, "log_amplitude_crps_seed_mean": 0.157221104064159, "log_amplitude_crps_seed_min": 0.140422744932379, "log_amplitude_crps_seed_max": 0.1664573661943295, "log_amplitude_nll_seed_mean": 0.1646863281252647, "log_amplitude_nll_seed_min": 0.0260054592975374, "log_amplitude_nll_seed_max": 0.2343273099494865, "reconstruction_mse_seed_mean": 0.0013274717713746, "reconstruction_mse_seed_min": 0.0011240909762102, "reconstruction_mse_seed_max": 0.0016152156818334, "reconstruction_native_mse_seed_mean": 2.0200604671356665e-06, "reconstruction_native_mse_seed_min": 1.5996846598433897e-06, "reconstruction_native_mse_seed_max": 2.823530813582773e-06, "source_support_seed_mean": 120.0, "source_support_seed_min": 120.0, "source_support_seed_max": 120.0, "observation_support_seed_mean": 240.0, "observation_support_seed_min": 240.0, "observation_support_seed_max": 240.0, "uncertainty_score_seed_mean": 0.3222782165200139, "uncertainty_score_seed_min": 0.315303090843372, "uncertainty_score_seed_max": 0.3273162264376879, "shape_coverage_50_seed_mean": 0.5092881944444444, "shape_coverage_50_seed_min": 0.49697265625, "shape_coverage_50_seed_max": 0.51943359375, "shape_width_50_seed_mean": 0.1254542386562914, "shape_width_50_seed_min": 0.1211917197785927, "shape_width_50_seed_max": 0.1314146327881947, "log_amplitude_coverage_50_seed_mean": 0.3984375, "log_amplitude_coverage_50_seed_min": 0.37890625, "log_amplitude_coverage_50_seed_max": 0.4375, "log_amplitude_width_50_seed_mean": 0.3092924605201309, "log_amplitude_width_50_seed_min": 0.3015810332726687, "log_amplitude_width_50_seed_max": 0.3203511520987376, "shape_coverage_80_seed_mean": 0.8150824652777778, "shape_coverage_80_seed_min": 0.80498046875, "shape_coverage_80_seed_max": 0.8251953125, "shape_width_80_seed_mean": 0.2383669780220871, "shape_width_80_seed_min": 0.2302680588129684, "shape_width_80_seed_max": 0.2496919133066209, "log_amplitude_coverage_80_seed_mean": 0.6822916666666666, "log_amplitude_coverage_80_seed_min": 0.640625, "log_amplitude_coverage_80_seed_max": 0.75390625, "log_amplitude_width_80_seed_mean": 0.5876653509524962, "log_amplitude_width_80_seed_min": 0.5730133964680135, "log_amplitude_width_80_seed_max": 0.6086772105190903, "shape_coverage_95_seed_mean": 0.957769097222222, "shape_coverage_95_seed_min": 0.9517252604166666, "shape_coverage_95_seed_max": 0.9615885416666666, "shape_width_95_seed_mean": 0.3645508341226458, "shape_width_95_seed_min": 0.3521646060897183, "shape_width_95_seed_max": 0.3818708279267108, "log_amplitude_coverage_95_seed_mean": 0.91015625, "log_amplitude_coverage_95_seed_min": 0.890625, "log_amplitude_coverage_95_seed_max": 0.94921875, "log_amplitude_width_95_seed_mean": 0.8987565957941115, "log_amplitude_width_95_seed_min": 0.8763483660295606, "log_amplitude_width_95_seed_max": 0.930891463533044}, {"arm": "point_restricted_generator", "modality": "hb",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0.5408561382585307, "log_amplitude_squared_error_seed_min": 0.514552679546501, "log_amplitude_squared_error_seed_max": 0.5585341052498801, "source_rmse_seed_mean": 0.0283171356976818, "source_rmse_seed_min": 0.0279506740299674, "source_rmse_seed_max": 0.0286531887946884,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0.653002747956396, "log_amplitude_crps_seed_min": 0.6331076848280321, "log_amplitude_crps_seed_max": 0.6665892895117096, "log_amplitude_nll_seed_mean": 27.29541748954698, "log_amplitude_nll_seed_min": 26.005077916785982, "log_amplitude_nll_seed_max": 29.317187121889503,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0.0, "log_amplitude_coverage_50_seed_min": 0.0, "log_amplitude_coverage_50_seed_max": 0.0,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0.0, "log_amplitude_coverage_80_seed_min": 0.0, "log_amplitude_coverage_80_seed_max": 0.0,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0.0013020833333333, "log_amplitude_coverage_95_seed_min": 0.0, "log_amplitude_coverage_95_seed_max": 0.00390625, "log_amplitude_width_95_seed_mean": 0.3806222975254059, "log_amplitude_width_95_seed_min": 0.3735705912113189, "log_amplitude_width_95_seed_max": 0.3885971009731293}, {"arm": "point_randomized_generator", "modality": "hb",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0.5536664630768959, "log_amplitude_squared_error_seed_min": 0.5185684392859642, "log_amplitude_squared_error_seed_max": 0.5727214052757948, "source_rmse_seed_mean": 0.0290912958577168, "source_rmse_seed_min": 0.0283933129947751, "source_rmse_seed_max": 0.0295203671629438,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0.6074497452098712, "log_amplitude_crps_seed_min": 0.5829152253803378, "log_amplitude_crps_seed_max": 0.6207929665141956, "log_amplitude_nll_seed_mean": 6.0410674877715165, "log_amplitude_nll_seed_min": 5.67051296171085, "log_amplitude_nll_seed_max": 6.229467053202035,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0.0, "log_amplitude_coverage_50_seed_min": 0.0, "log_amplitude_coverage_50_seed_max": 0.0,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0.0, "log_amplitude_coverage_80_seed_min": 0.0, "log_amplitude_coverage_80_seed_max": 0.0,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0.0299479166666666, "log_amplitude_coverage_95_seed_min": 0.015625, "log_amplitude_coverage_95_seed_max": 0.0546875, "log_amplitude_width_95_seed_mean": 0.7957033713658651, "log_amplitude_width_95_seed_min": 0.7920500636100769, "log_amplitude_width_95_seed_max": 0.7984688878059387}, {"arm": "distribution_randomized_generator", "modality": "hb",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0.5362279738179372, "log_amplitude_squared_error_seed_min": 0.5276757340327993, "log_amplitude_squared_error_seed_max": 0.5504175189214516, "source_rmse_seed_mean": 0.0290995278102502, "source_rmse_seed_min": 0.0287968593221713, "source_rmse_seed_max": 0.0292704688819237,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0.5948594554068698, "log_amplitude_crps_seed_min": 0.5893908055967243, "log_amplitude_crps_seed_max": 0.6041139403835103, "log_amplitude_nll_seed_mean": 6.369425855511142, "log_amplitude_nll_seed_min": 6.14762286717511, "log_amplitude_nll_seed_max": 6.611959003101379,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0.0, "log_amplitude_coverage_50_seed_min": 0.0, "log_amplitude_coverage_50_seed_max": 0.0,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0.00390625, "log_amplitude_coverage_80_seed_min": 0.00390625, "log_amplitude_coverage_80_seed_max": 0.00390625,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0.0364583333333333, "log_amplitude_coverage_95_seed_min": 0.03125, "log_amplitude_coverage_95_seed_max": 0.04296875, "log_amplitude_width_95_seed_mean": 0.8051115636869023, "log_amplitude_width_95_seed_min": 0.8000236694933847, "log_amplitude_width_95_seed_max": 0.810058347415179}]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证据：["tokenizer/scenario_variant_seed_summary.csv"]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图：/SSD_2/pid-mcm-implementation/docs/report/20261003_semantic_response_discovery_v1/figures/quant_12_distribution_vs_random_point.png</a:t>
            </a:r>
          </a:p>
          <a:p>
            <a:r>
              <a:t>完整图注：每点为一个干预场景的种子均值；虚线下方表示分布原型分数较低。形状RMSE检验点预测，log幅值CRPS同时惩罚偏差与预测宽度。该对照保持随机生成族与网络容量相同，只检验分布目标的作用；所有数值及差值保存在附件。</a:t>
            </a:r>
          </a:p>
          <a:p>
            <a:r>
              <a:t>统计：[{"modality": "eeg", "scenario": "baseline", "metric": "shape_rmse_seed_mean", "point": 0.0726269887148038, "distribution": 0.043345407701452, "distribution_minus_point": -0.0292815810133518}, {"modality": "eeg", "scenario": "true_a_amplitude", "metric": "shape_rmse_seed_mean", "point": 0.079003350242871, "distribution": 0.0421849569583334, "distribution_minus_point": -0.0368183932845376}, {"modality": "eeg", "scenario": "true_a_shape", "metric": "shape_rmse_seed_mean", "point": 0.0852011418845398, "distribution": 0.0512201907836733, "distribution_minus_point": -0.0339809511008665}, {"modality": "eeg", "scenario": "feature_gain_only", "metric": "shape_rmse_seed_mean", "point": 0.0747791901861509, "distribution": 0.0402590326747513, "distribution_minus_point": -0.0345201575113996}, {"modality": "eeg", "scenario": "Hb_gain_only", "metric": "shape_rmse_seed_mean", "point": 0.0726269887148038, "distribution": 0.043345407701452, "distribution_minus_point": -0.0292815810133518}, {"modality": "eeg", "scenario": "common_Hb", "metric": "shape_rmse_seed_mean", "point": 0.0726269887148038, "distribution": 0.043345407701452, "distribution_minus_point": -0.0292815810133518}, {"modality": "eeg", "scenario": "tau_change", "metric": "shape_rmse_seed_mean", "point": 0.0726269887148038, "distribution": 0.043345407701452, "distribution_minus_point": -0.0292815810133518}, {"modality": "eeg", "scenario": "initial_change", "metric": "shape_rmse_seed_mean", "point": 0.0726269887148038, "distribution": 0.043345407701452, "distribution_minus_point": -0.0292815810133518}, {"modality": "eeg", "scenario": "non_dct_impulse", "metric": "shape_rmse_seed_mean", "point": 1.0240619155554398, "distribution": 1.0173998523467829, "distribution_minus_point": -0.006662063208656921}, {"modality": "eeg", "scenario": "ou_drive", "metric": "shape_rmse_seed_mean", "point": 0.6629884391603135, "distribution": 0.6559801369904202, "distribution_minus_point": -0.007008302169893232}, {"modality": "eeg", "scenario": "time_varying_feature_gain", "metric": "shape_rmse_seed_mean", "point": 0.318326209752038, "distribution": 0.3125587591195886, "distribution_minus_point": -0.0057674506324494335}, {"modality": "eeg", "scenario": "rotated_spectral_mixture", "metric": "shape_rmse_seed_mean", "point": 0.6518673911862863, "distribution": 0.724709688653648, "distribution_minus_point": 0.0728422974673617}, {"modality": "eeg", "scenario": "correlated_Hb_component", "metric": "shape_rmse_seed_mean", "point": 0.0726269887148038, "distribution": 0.043345407701452, "distribution_minus_point": -0.0292815810133518}, {"modality": "eeg", "scenario": "input_lowpass", "metric": "shape_rmse_seed_mean", "point": 0.0726269887148038, "distribution": 0.043345407701452, "distribution_minus_point": -0.0292815810133518}, {"modality": "eeg", "scenario": "viscoelastic_outflow", "metric": "shape_rmse_seed_mean", "point": 0.0726269887148038, "distribution": 0.043345407701452, "distribution_minus_point": -0.0292815810133518}, {"modality": "eeg", "scenario": "alternative_hrf", "metric": "shape_rmse_seed_mean", "point": 0.0726269887148038, "distribution": 0.043345407701452, "distribution_minus_point": -0.0292815810133518}, {"modality": "eeg", "scenario": "independent_Hb_drive", "metric": "shape_rmse_seed_mean", "point": 0.0726269887148038, "distribution": 0.043345407701452, "distribution_minus_point": -0.0292815810133518}, {"modality": "eeg", "scenario": "no_coupling", "metric": "shape_rmse_seed_mean", "point": 0.0726269887148038, "distribution": 0.043345407701452, "distribution_minus_point": -0.0292815810133518}, {"modality": "eeg", "scenario": "exact_eeg_alias", "metric": "shape_rmse_seed_mean", "point": 0.0726269887148038, "distribution": 0.043345407701452, "distribution_minus_point": -0.0292815810133518}, {"modality": "eeg", "scenario": "exact_joint_alias", "metric": "shape_rmse_seed_mean", "point": 0.0726269887148038, "distribution": 0.043345407701452, "distribution_minus_point": -0.0292815810133518}, {"modality": "eeg", "scenario": "baseline", "metric": "log_amplitude_crps_seed_mean", "point": 0.1184330955391304, "distribution": 0.1135785161075886, "distribution_minus_point": -0.0048545794315418}, {"modality": "eeg", "scenario": "true_a_amplitude", "metric": "log_amplitude_crps_seed_mean", "point": 0.2139517963174832, "distribution": 0.1998039312570006, "distribution_minus_point": -0.0141478650604826}, {"modality": "eeg", "scenario": "true_a_shape", "metric": "log_amplitude_crps_seed_mean", "point": 0.1198094248869422, "distribution": 0.1161859589140796, "distribution_minus_point": -0.0036234659728626023}, {"modality": "eeg", "scenario": "feature_gain_only", "metric": "log_amplitude_crps_seed_mean", "point": 0.2615854413068446, "distribution": 0.2576619935707916, "distribution_minus_point": -0.003923447736052965}, {"modality": "eeg", "scenario": "Hb_gain_only", "metric": "log_amplitude_crps_seed_mean", "point": 0.1184330955391304, "distribution": 0.1135785161075886, "distribution_minus_point": -0.0048545794315418}, {"modality": "eeg", "scenario": "common_Hb", "metric": "log_amplitude_crps_seed_mean", "point": 0.1184330955391304, "distribution": 0.1135785161075886, "distribution_minus_point": -0.0048545794315418}, {"modality": "eeg", "scenario": "tau_change", "metric": "log_amplitude_crps_seed_mean", "point": 0.1184330955391304, "distribution": 0.1135785161075886, "distribution_minus_point": -0.0048545794315418}, {"modality": "eeg", "scenario": "initial_change", "metric": "log_amplitude_crps_seed_mean", "point": 0.1184330955391304, "distribution": 0.1135785161075886, "distribution_minus_point": -0.0048545794315418}, {"modality": "eeg", "scenario": "non_dct_impulse", "metric": "log_amplitude_crps_seed_mean", "point": 0.4736733031617865, "distribution": 0.4979029575203831, "distribution_minus_point": 0.024229654358596586}, {"modality": "eeg", "scenario": "ou_drive", "metric": "log_amplitude_crps_seed_mean", "point": 0.1775161344914263, "distribution": 0.1542945186966497, "distribution_minus_point": -0.023221615794776607}, {"modality": "eeg", "scenario": "time_varying_feature_gain", "metric": "log_amplitude_crps_seed_mean", "point": 0.1235793151882185, "distribution": 0.1217118810700919, "distribution_minus_point": -0.0018674341181266069}, {"modality": "eeg", "scenario": "rotated_spectral_mixture", "metric": "log_amplitude_crps_seed_mean", "point": 0.3185732138256945, "distribution": 0.3317330930411231, "distribution_minus_point": 0.013159879215428605}, {"modality": "eeg", "scenario": "correlated_Hb_component", "metric": "log_amplitude_crps_seed_mean", "point": 0.1184330955391304, "distribution": 0.1135785161075886, "distribution_minus_point": -0.0048545794315418}, {"modality": "eeg", "scenario": "input_lowpass", "metric": "log_amplitude_crps_seed_mean", "point": 0.1184330955391304, "distribution": 0.1135785161075886, "distribution_minus_point": -0.0048545794315418}, {"modality": "eeg", "scenario": "viscoelastic_outflow", "metric": "log_amplitude_crps_seed_mean", "point": 0.1184330955391304, "distribution": 0.1135785161075886, "distribution_minus_point": -0.0048545794315418}, {"modality": "eeg", "scenario": "alternative_hrf", "metric": "log_amplitude_crps_seed_mean", "point": 0.1184330955391304, "distribution": 0.1135785161075886, "distribution_minus_point": -0.0048545794315418}, {"modality": "eeg", "scenario": "independent_Hb_drive", "metric": "log_amplitude_crps_seed_mean", "point": 0.1184330955391304, "distribution": 0.1135785161075886, "distribution_minus_point": -0.0048545794315418}, {"modality": "eeg", "scenario": "no_coupling", "metric": "log_amplitude_crps_seed_mean", "point": 0.1184330955391304, "distribution": 0.1135785161075886, "distribution_minus_point": -0.0048545794315418}, {"modality": "eeg", "scenario": "exact_eeg_alias", "metric": "log_amplitude_crps_seed_mean", "point": 0.6070972728384043, "distribution": 0.6061095942095768, "distribution_minus_point": -0.0009876786288275374}, {"modality": "eeg", "scenario": "exact_joint_alias", "metric": "log_amplitude_crps_seed_mean", "point": 0.6070972728384043, "distribution": 0.6061095942095768, "distribution_minus_point": -0.0009876786288275374}, {"modality": "hb", "scenario": "baseline", "metric": "shape_rmse_seed_mean", "point": 0.1121717674627346, "distribution": 0.0970535659913714, "distribution_minus_point": -0.01511820147136321}, {"modality": "hb", "scenario": "true_a_amplitude", "metric": "shape_rmse_seed_mean", "point": 0.111208588021344, "distribution": 0.0879065699788204, "distribution_minus_point": -0.02330201804252359}, {"modality": "hb", "scenario": "true_a_shape", "metric": "shape_rmse_seed_mean", "point": 0.1274312519877208, "distribution": 0.1104901862158219, "distribution_minus_point": -0.016941065771898883}, {"modality": "hb", "scenario": "feature_gain_only", "metric": "shape_rmse_seed_mean", "point": 0.1121717674627346, "distribution": 0.0970535659913714, "distribution_minus_point": -0.01511820147136321}, {"modality": "hb", "scenario": "Hb_gain_only", "metric": "shape_rmse_seed_mean", "point": 0.1140903299027169, "distribution": 0.0953755106210421, "distribution_minus_point": -0.018714819281674802}, {"modality": "hb", "scenario": "common_Hb", "metric": "shape_rmse_seed_mean", "point": 0.2101182247757997, "distribution": 0.1918610094492206, "distribution_minus_point": -0.01825721532657909}, {"modality": "hb", "scenario": "tau_change", "metric": "shape_rmse_seed_mean", "point": 0.1272688320424589, "distribution": 0.109976205375571, "distribution_minus_point": -0.017292626666887898}, {"modality": "hb", "scenario": "initial_change", "metric": "shape_rmse_seed_mean", "point": 0.142806098775312, "distribution": 0.1239829478496772, "distribution_minus_point": -0.018823150925634802}, {"modality": "hb", "scenario": "non_dct_impulse", "metric": "shape_rmse_seed_mean", "point": 1.113138133667187, "distribution": 1.081511079396565, "distribution_minus_point": -0.03162705427062207}, {"modality": "hb", "scenario": "ou_drive", "metric": "shape_rmse_seed_mean", "point": 0.8200924805108724, "distribution": 0.7760992641601835, "distribution_minus_point": -0.04399321635068887}, {"modality": "hb", "scenario": "time_varying_feature_gain", "metric": "shape_rmse_seed_mean", "point": 0.1121717674627346, "distribution": 0.0970535659913714, "distribution_minus_point": -0.01511820147136321}, {"modality": "hb", "scenario": "rotated_spectral_mixture", "metric": "shape_rmse_seed_mean", "point": 0.1121717674627346, "distribution": 0.0970535659913714, "distribution_minus_point": -0.01511820147136321}, {"modality": "hb", "scenario": "correlated_Hb_component", "metric": "shape_rmse_seed_mean", "point": 0.2341288571649701, "distribution": 0.2108451592502878, "distribution_minus_point": -0.023283697914682294}, {"modality": "hb", "scenario": "input_lowpass", "metric": "shape_rmse_seed_mean", "point": 0.2760844728697992, "distribution": 0.2651866324593136, "distribution_minus_point": -0.010897840410485582}, {"modality": "hb", "scenario": "viscoelastic_outflow", "metric": "shape_rmse_seed_mean", "point": 0.1386131680047183, "distribution": 0.1267602062794062, "distribution_minus_point": -0.011852961725312083}, {"modality": "hb", "scenario": "alternative_hrf", "metric": "shape_rmse_seed_mean", "point": 0.1499006233208485, "distribution": 0.1423440575996084, "distribution_minus_point": -0.0075565657212401105}, {"modality": "hb", "scenario": "independent_Hb_drive", "metric": "shape_rmse_seed_mean", "point": 0.5213342989144686, "distribution": 0.5145927279694283, "distribution_minus_point": -0.006741570945040243}, {"modality": "hb", "scenario": "no_coupling", "metric": "shape_rmse_seed_mean", "point": 0.7373194179683606, "distribution": 0.7511903285239052, "distribution_minus_point": 0.013870910555544569}, {"modality": "hb", "scenario": "exact_eeg_alias", "metric": "shape_rmse_seed_mean", "point": 0.111208588021344, "distribution": 0.0879065699788204, "distribution_minus_point": -0.02330201804252359}, {"modality": "hb", "scenario": "exact_joint_alias", "metric": "shape_rmse_seed_mean", "point": 0.1121717674627346, "distribution": 0.0970535659913714, "distribution_minus_point": -0.01511820147136321}, {"modality": "hb", "scenario": "baseline", "metric": "log_amplitude_crps_seed_mean", "point": 0.1047902385496273, "distribution": 0.102496240882727, "distribution_minus_point": -0.002293997666900291}, {"modality": "hb", "scenario": "true_a_amplitude", "metric": "log_amplitude_crps_seed_mean", "point": 0.1732735525450962, "distribution": 0.157221104064159, "distribution_minus_point": -0.016052448480937176}, {"modality": "hb", "scenario": "true_a_shape", "metric": "log_amplitude_crps_seed_mean", "point": 0.1107442969415016, "distribution": 0.1093444460885964, "distribution_minus_point": -0.001399850852905199}, {"modality": "hb", "scenario": "feature_gain_only", "metric": "log_amplitude_crps_seed_mean", "point": 0.1047902385496273, "distribution": 0.102496240882727, "distribution_minus_point": -0.002293997666900291}, {"modality": "hb", "scenario": "Hb_gain_only", "metric": "log_amplitude_crps_seed_mean", "point": 0.2516087949160706, "distribution": 0.2592369687947838, "distribution_minus_point": 0.007628173878713229}, {"modality": "hb", "scenario": "common_Hb", "metric": "log_amplitude_crps_seed_mean", "point": 0.1159228328306178, "distribution": 0.1156424425898502, "distribution_minus_point": -0.00028039024076760566}, {"modality": "hb", "scenario": "tau_change", "metric": "log_amplitude_crps_seed_mean", "point": 0.1126515983281248, "distribution": 0.1113240873314999, "distribution_minus_point": -0.0013275109966248977}, {"modality": "hb", "scenario": "initial_change", "metric": "log_amplitude_crps_seed_mean", "point": 0.1024701437758052, "distribution": 0.1039219000654003, "distribution_minus_point": 0.0014517562895950964}, {"modality": "hb", "scenario": "non_dct_impulse", "metric": "log_amplitude_crps_seed_mean", "point": 0.6224277837478783, "distribution": 0.697379331454188, "distribution_minus_point": 0.07495154770630963}, {"modality": "hb", "scenario": "ou_drive", "metric": "log_amplitude_crps_seed_mean", "point": 0.3079208273392942, "distribution": 0.2968867650979647, "distribution_minus_point": -0.011034062241329523}, {"modality": "hb", "scenario": "time_varying_feature_gain", "metric": "log_amplitude_crps_seed_mean", "point": 0.1047902385496273, "distribution": 0.102496240882727, "distribution_minus_point": -0.002293997666900291}, {"modality": "hb", "scenario": "rotated_spectral_mixture", "metric": "log_amplitude_crps_seed_mean", "point": 0.1047902385496273, "distribution": 0.102496240882727, "distribution_minus_point": -0.002293997666900291}, {"modality": "hb", "scenario": "correlated_Hb_component", "metric": "log_amplitude_crps_seed_mean", "point": 0.1316406198555393, "distribution": 0.1299066564063859, "distribution_minus_point": -0.0017339634491533862}, {"modality": "hb", "scenario": "input_lowpass", "metric": "log_amplitude_crps_seed_mean", "point": 0.1148423992245945, "distribution": 0.1130756011428064, "distribution_minus_point": -0.0017667980817880902}, {"modality": "hb", "scenario": "viscoelastic_outflow", "metric": "log_amplitude_crps_seed_mean", "point": 0.1107900651371918, "distribution": 0.1066896221854138, "distribution_minus_point": -0.004100442951778013}, {"modality": "hb", "scenario": "alternative_hrf", "metric": "log_amplitude_crps_seed_mean", "point": 0.3051893796960638, "distribution": 0.3136546759000834, "distribution_minus_point": 0.00846529620401959}, {"modality": "hb", "scenario": "independent_Hb_drive", "metric": "log_amplitude_crps_seed_mean", "point": 0.1104749483348964, "distribution": 0.1090816807395054, "distribution_minus_point": -0.001393267595391004}, {"modality": "hb", "scenario": "no_coupling", "metric": "log_amplitude_crps_seed_mean", "point": 0.6714878914331676, "distribution": 0.7765981972984951, "distribution_minus_point": 0.10511030586532755}, {"modality": "hb", "scenario": "exact_eeg_alias", "metric": "log_amplitude_crps_seed_mean", "point": 0.1732735525450962, "distribution": 0.157221104064159, "distribution_minus_point": -0.016052448480937176}, {"modality": "hb", "scenario": "exact_joint_alias", "metric": "log_amplitude_crps_seed_mean", "point": 0.6074497452098712, "distribution": 0.5948594554068698, "distribution_minus_point": -0.012590289803001364}]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证据：["tokenizer/scenario_variant_seed_summary.csv"]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图：/SSD_2/pid-mcm-implementation/docs/report/20261003_semantic_response_discovery_v1/figures/quant_13_alias_coverage_width.png</a:t>
            </a:r>
          </a:p>
          <a:p>
            <a:r>
              <a:t>完整图注：分布原型在精确联合别名干预下，EEG/Hb的log幅值95%覆盖仅9.64%/3.65%。控制与干预的可见输入相同，语义幅值truth却不同；窄区间不能消除此不可识别性。图保留两变体及形状、幅值宽度。</a:t>
            </a:r>
          </a:p>
          <a:p>
            <a:r>
              <a:t>统计：[{"modality": "eeg", "scenario": "baseline", "variant": "control", "metric": "shape_coverage_95", "mean": 0.9511067708333334, "minimum": 0.9482096354166668, "maximum": 0.9545247395833332}, {"modality": "eeg", "scenario": "exact_eeg_alias", "variant": "control", "metric": "shape_coverage_95", "mean": 0.9511067708333334, "minimum": 0.9482096354166668, "maximum": 0.9545247395833332}, {"modality": "eeg", "scenario": "exact_eeg_alias", "variant": "intervention", "metric": "shape_coverage_95", "mean": 0.9511067708333334, "minimum": 0.9482096354166668, "maximum": 0.9545247395833332}, {"modality": "eeg", "scenario": "exact_joint_alias", "variant": "control", "metric": "shape_coverage_95", "mean": 0.9511067708333334, "minimum": 0.9482096354166668, "maximum": 0.9545247395833332}, {"modality": "eeg", "scenario": "exact_joint_alias", "variant": "intervention", "metric": "shape_coverage_95", "mean": 0.9511067708333334, "minimum": 0.9482096354166668, "maximum": 0.9545247395833332}, {"modality": "hb", "scenario": "baseline", "variant": "control", "metric": "shape_coverage_95", "mean": 0.9666232638888888, "minimum": 0.9622395833333334, "maximum": 0.9722330729166666}, {"modality": "hb", "scenario": "exact_eeg_alias", "variant": "control", "metric": "shape_coverage_95", "mean": 0.9666232638888888, "minimum": 0.9622395833333334, "maximum": 0.9722330729166666}, {"modality": "hb", "scenario": "exact_eeg_alias", "variant": "intervention", "metric": "shape_coverage_95", "mean": 0.957769097222222, "minimum": 0.9517252604166666, "maximum": 0.9615885416666666}, {"modality": "hb", "scenario": "exact_joint_alias", "variant": "control", "metric": "shape_coverage_95", "mean": 0.9666232638888888, "minimum": 0.9622395833333334, "maximum": 0.9722330729166666}, {"modality": "hb", "scenario": "exact_joint_alias", "variant": "intervention", "metric": "shape_coverage_95", "mean": 0.9666232638888888, "minimum": 0.9622395833333334, "maximum": 0.9722330729166666}, {"modality": "eeg", "scenario": "baseline", "variant": "control", "metric": "log_amplitude_coverage_95", "mean": 0.9778645833333334, "minimum": 0.97265625, "maximum": 0.984375}, {"modality": "eeg", "scenario": "exact_eeg_alias", "variant": "control", "metric": "log_amplitude_coverage_95", "mean": 0.9778645833333334, "minimum": 0.97265625, "maximum": 0.984375}, {"modality": "eeg", "scenario": "exact_eeg_alias", "variant": "intervention", "metric": "log_amplitude_coverage_95", "mean": 0.0963541666666666, "minimum": 0.08984375, "maximum": 0.1015625}, {"modality": "eeg", "scenario": "exact_joint_alias", "variant": "control", "metric": "log_amplitude_coverage_95", "mean": 0.9778645833333334, "minimum": 0.97265625, "maximum": 0.984375}, {"modality": "eeg", "scenario": "exact_joint_alias", "variant": "intervention", "metric": "log_amplitude_coverage_95", "mean": 0.0963541666666666, "minimum": 0.08984375, "maximum": 0.1015625}, {"modality": "hb", "scenario": "baseline", "variant": "control", "metric": "log_amplitude_coverage_95", "mean": 0.984375, "minimum": 0.98046875, "maximum": 0.98828125}, {"modality": "hb", "scenario": "exact_eeg_alias", "variant": "control", "metric": "log_amplitude_coverage_95", "mean": 0.984375, "minimum": 0.98046875, "maximum": 0.98828125}, {"modality": "hb", "scenario": "exact_eeg_alias", "variant": "intervention", "metric": "log_amplitude_coverage_95", "mean": 0.91015625, "minimum": 0.890625, "maximum": 0.94921875}, {"modality": "hb", "scenario": "exact_joint_alias", "variant": "control", "metric": "log_amplitude_coverage_95", "mean": 0.984375, "minimum": 0.98046875, "maximum": 0.98828125}, {"modality": "hb", "scenario": "exact_joint_alias", "variant": "intervention", "metric": "log_amplitude_coverage_95", "mean": 0.0364583333333333, "minimum": 0.03125, "maximum": 0.04296875}, {"modality": "eeg", "scenario": "baseline", "variant": "control", "metric": "shape_width_95", "mean": 0.17554444736084, "minimum": 0.165232284314455, "maximum": 0.1822710223694836}, {"modality": "eeg", "scenario": "exact_eeg_alias", "variant": "control", "metric": "shape_width_95", "mean": 0.17554444736084, "minimum": 0.165232284314455, "maximum": 0.1822710223694836}, {"modality": "eeg", "scenario": "exact_eeg_alias", "variant": "intervention", "metric": "shape_width_95", "mean": 0.17554444736084, "minimum": 0.165232284314455, "maximum": 0.1822710223694836}, {"modality": "eeg", "scenario": "exact_joint_alias", "variant": "control", "metric": "shape_width_95", "mean": 0.17554444736084, "minimum": 0.165232284314455, "maximum": 0.1822710223694836}, {"modality": "eeg", "scenario": "exact_joint_alias", "variant": "intervention", "metric": "shape_width_95", "mean": 0.17554444736084, "minimum": 0.165232284314455, "maximum": 0.1822710223694836}, {"modality": "hb", "scenario": "baseline", "variant": "control", "metric": "shape_width_95", "mean": 0.4245097009625977, "minimum": 0.4152727538056449, "maximum": 0.4342710789928484}, {"modality": "hb", "scenario": "exact_eeg_alias", "variant": "control", "metric": "shape_width_95", "mean": 0.4245097009625977, "minimum": 0.4152727538056449, "maximum": 0.4342710789928484}, {"modality": "hb", "scenario": "exact_eeg_alias", "variant": "intervention", "metric": "shape_width_95", "mean": 0.3645508341226458, "minimum": 0.3521646060897183, "maximum": 0.3818708279267108}, {"modality": "hb", "scenario": "exact_joint_alias", "variant": "control", "metric": "shape_width_95", "mean": 0.4245097009625977, "minimum": 0.4152727538056449, "maximum": 0.4342710789928484}, {"modality": "hb", "scenario": "exact_joint_alias", "variant": "intervention", "metric": "shape_width_95", "mean": 0.4245097009625977, "minimum": 0.4152727538056449, "maximum": 0.4342710789928484}, {"modality": "eeg", "scenario": "baseline", "variant": "control", "metric": "log_amplitude_width_95", "mean": 0.8828303887858056, "minimum": 0.8619915515300818, "maximum": 0.9147623134194872}, {"modality": "eeg", "scenario": "exact_eeg_alias", "variant": "control", "metric": "log_amplitude_width_95", "mean": 0.8828303887858056, "minimum": 0.8619915515300818, "maximum": 0.9147623134194872}, {"modality": "eeg", "scenario": "exact_eeg_alias", "variant": "intervention", "metric": "log_amplitude_width_95", "mean": 0.8828303887858056, "minimum": 0.8619915515300818, "maximum": 0.9147623134194872}, {"modality": "eeg", "scenario": "exact_joint_alias", "variant": "control", "metric": "log_amplitude_width_95", "mean": 0.8828303887858056, "minimum": 0.8619915515300818, "maximum": 0.9147623134194872}, {"modality": "eeg", "scenario": "exact_joint_alias", "variant": "intervention", "metric": "log_amplitude_width_95", "mean": 0.8828303887858056, "minimum": 0.8619915515300818, "maximum": 0.9147623134194872}, {"modality": "hb", "scenario": "baseline", "variant": "control", "metric": "log_amplitude_width_95", "mean": 0.8051115636869023, "minimum": 0.8000236694933847, "maximum": 0.810058347415179}, {"modality": "hb", "scenario": "exact_eeg_alias", "variant": "control", "metric": "log_amplitude_width_95", "mean": 0.8051115636869023, "minimum": 0.8000236694933847, "maximum": 0.810058347415179}, {"modality": "hb", "scenario": "exact_eeg_alias", "variant": "intervention", "metric": "log_amplitude_width_95", "mean": 0.8987565957941115, "minimum": 0.8763483660295606, "maximum": 0.930891463533044}, {"modality": "hb", "scenario": "exact_joint_alias", "variant": "control", "metric": "log_amplitude_width_95", "mean": 0.8051115636869023, "minimum": 0.8000236694933847, "maximum": 0.810058347415179}, {"modality": "hb", "scenario": "exact_joint_alias", "variant": "intervention", "metric": "log_amplitude_width_95", "mean": 0.8051115636869023, "minimum": 0.8000236694933847, "maximum": 0.810058347415179}]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证据：["tokenizer/evaluation/distribution_randomized_generator/seed_*/selective_risk.csv"]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图：/SSD_2/pid-mcm-implementation/docs/report/20261003_semantic_response_discovery_v1/figures/quant_14_ood_risk_retention.png</a:t>
            </a:r>
          </a:p>
          <a:p>
            <a:r>
              <a:t>完整图注：每条曲线把同场景的控制与干预记录合并，按冻结不确定性排序保留一部分记录，再计算形状RMSE；三个优化重复取均值。筛除的记录仍计入完整评价分母。未见脉冲、别名等场景不能仅靠提高拒绝比例获得已证明的语义有效性。</a:t>
            </a:r>
          </a:p>
          <a:p>
            <a:r>
              <a:t>统计：[{"modality": "eeg", "scenario": "baseline", "requested_retained_fraction": 0.1, "retained_fraction": 0.1015625, "shape_rmse_mean": 0.08013911263933234, "shape_rmse_min": 0.0794516669726583, "shape_rmse_max": 0.0810882981278787, "retained_records_mean": 52.0, "total_records": 512.0}, {"modality": "eeg", "scenario": "baseline", "requested_retained_fraction": 0.25, "retained_fraction": 0.25, "shape_rmse_mean": 0.0628340698098859, "shape_rmse_min": 0.0610589165229391, "shape_rmse_max": 0.0659153571348439, "retained_records_mean": 128.0, "total_records": 512.0}, {"modality": "eeg", "scenario": "baseline", "requested_retained_fraction": 0.5, "retained_fraction": 0.5, "shape_rmse_mean": 0.0500228809568094, "shape_rmse_min": 0.0482855900508839, "shape_rmse_max": 0.0533603848853246, "retained_records_mean": 256.0, "total_records": 512.0}, {"modality": "eeg", "scenario": "baseline", "requested_retained_fraction": 0.75, "retained_fraction": 0.75, "shape_rmse_mean": 0.044270020247157434, "shape_rmse_min": 0.0430437404266239, "shape_rmse_max": 0.0461254598214788, "retained_records_mean": 384.0, "total_records": 512.0}, {"modality": "eeg", "scenario": "baseline", "requested_retained_fraction": 1.0, "retained_fraction": 1.0, "shape_rmse_mean": 0.043345407701452066, "shape_rmse_min": 0.0422438201878353, "shape_rmse_max": 0.0445476471234865, "retained_records_mean": 512.0, "total_records": 512.0}, {"modality": "eeg", "scenario": "non_dct_impulse", "requested_retained_fraction": 0.1, "retained_fraction": 0.1015625, "shape_rmse_mean": 0.6639286824251602, "shape_rmse_min": 0.4157356266408077, "shape_rmse_max": 0.7893199768499806, "retained_records_mean": 52.0, "total_records": 512.0}, {"modality": "eeg", "scenario": "non_dct_impulse", "requested_retained_fraction": 0.25, "retained_fraction": 0.25, "shape_rmse_mean": 0.7663214336043384, "shape_rmse_min": 0.5874165664424613, "shape_rmse_max": 0.8754769821698944, "retained_records_mean": 128.0, "total_records": 512.0}, {"modality": "eeg", "scenario": "non_dct_impulse", "requested_retained_fraction": 0.5, "retained_fraction": 0.5, "shape_rmse_mean": 0.7624955209010545, "shape_rmse_min": 0.5927578448609189, "shape_rmse_max": 0.8581777870473944, "retained_records_mean": 256.0, "total_records": 512.0}, {"modality": "eeg", "scenario": "non_dct_impulse", "requested_retained_fraction": 0.75, "retained_fraction": 0.75, "shape_rmse_mean": 0.6362102123610511, "shape_rmse_min": 0.5177070631486979, "shape_rmse_max": 0.7027264830002363, "retained_records_mean": 384.0, "total_records": 512.0}, {"modality": "eeg", "scenario": "non_dct_impulse", "requested_retained_fraction": 1.0, "retained_fraction": 1.0, "shape_rmse_mean": 0.5303726300241175, "shape_rmse_min": 0.5146051187785494, "shape_rmse_max": 0.5508139727093421, "retained_records_mean": 512.0, "total_records": 512.0}, {"modality": "eeg", "scenario": "ou_drive", "requested_retained_fraction": 0.1, "retained_fraction": 0.1015625, "shape_rmse_mean": 0.41159181961302777, "shape_rmse_min": 0.3410490987093307, "shape_rmse_max": 0.4697665830375517, "retained_records_mean": 52.0, "total_records": 512.0}, {"modality": "eeg", "scenario": "ou_drive", "requested_retained_fraction": 0.25, "retained_fraction": 0.25, "shape_rmse_mean": 0.4034517454784317, "shape_rmse_min": 0.3846528034392133, "shape_rmse_max": 0.4344656269192584, "retained_records_mean": 128.0, "total_records": 512.0}, {"modality": "eeg", "scenario": "ou_drive", "requested_retained_fraction": 0.5, "retained_fraction": 0.5, "shape_rmse_mean": 0.3252115415200271, "shape_rmse_min": 0.3013327995606182, "shape_rmse_max": 0.3496002536563736, "retained_records_mean": 256.0, "total_records": 512.0}, {"modality": "eeg", "scenario": "ou_drive", "requested_retained_fraction": 0.75, "retained_fraction": 0.75, "shape_rmse_mean": 0.2763654431262645, "shape_rmse_min": 0.2688069073915644, "shape_rmse_max": 0.2868727079931025, "retained_records_mean": 384.0, "total_records": 512.0}, {"modality": "eeg", "scenario": "ou_drive", "requested_retained_fraction": 1.0, "retained_fraction": 1.0, "shape_rmse_mean": 0.3496627723459362, "shape_rmse_min": 0.3424754618820849, "shape_rmse_max": 0.3574521301092571, "retained_records_mean": 512.0, "total_records": 512.0}, {"modality": "eeg", "scenario": "rotated_spectral_mixture", "requested_retained_fraction": 0.1, "retained_fraction": 0.1015625, "shape_rmse_mean": 0.6072781471306723, "shape_rmse_min": 0.5318727928291657, "shape_rmse_max": 0.7193417788074985, "retained_records_mean": 52.0, "total_records": 512.0}, {"modality": "eeg", "scenario": "rotated_spectral_mixture", "requested_retained_fraction": 0.25, "retained_fraction": 0.25, "shape_rmse_mean": 0.6318615590248623, "shape_rmse_min": 0.599333095135129, "shape_rmse_max": 0.6822503760096494, "retained_records_mean": 128.0, "total_records": 512.0}, {"modality": "eeg", "scenario": "rotated_spectral_mixture", "requested_retained_fraction": 0.5, "retained_fraction": 0.5, "shape_rmse_mean": 0.5650060307770982, "shape_rmse_min": 0.5472191254194967, "shape_rmse_max": 0.5877115411801235, "retained_records_mean": 256.0, "total_records": 512.0}, {"modality": "eeg", "scenario": "rotated_spectral_mixture", "requested_retained_fraction": 0.75, "retained_fraction": 0.75, "shape_rmse_mean": 0.4333477750225427, "shape_rmse_min": 0.4235525036771875, "shape_rmse_max": 0.4391084986749318, "retained_records_mean": 384.0, "total_records": 512.0}, {"modality": "eeg", "scenario": "rotated_spectral_mixture", "requested_retained_fraction": 1.0, "retained_fraction": 1.0, "shape_rmse_mean": 0.3840275481775501, "shape_rmse_min": 0.3822501661838136, "shape_rmse_max": 0.3865886429809664, "retained_records_mean": 512.0, "total_records": 512.0}, {"modality": "eeg", "scenario": "exact_joint_alias", "requested_retained_fraction": 0.1, "retained_fraction": 0.1015625, "shape_rmse_mean": 0.08013911263933234, "shape_rmse_min": 0.0794516669726583, "shape_rmse_max": 0.0810882981278787, "retained_records_mean": 52.0, "total_records": 512.0}, {"modality": "eeg", "scenario": "exact_joint_alias", "requested_retained_fraction": 0.25, "retained_fraction": 0.25, "shape_rmse_mean": 0.0628340698098859, "shape_rmse_min": 0.0610589165229391, "shape_rmse_max": 0.0659153571348439, "retained_records_mean": 128.0, "total_records": 512.0}, {"modality": "eeg", "scenario": "exact_joint_alias", "requested_retained_fraction": 0.5, "retained_fraction": 0.5, "shape_rmse_mean": 0.0500228809568094, "shape_rmse_min": 0.0482855900508839, "shape_rmse_max": 0.0533603848853246, "retained_records_mean": 256.0, "total_records": 512.0}, {"modality": "eeg", "scenario": "exact_joint_alias", "requested_retained_fraction": 0.75, "retained_fraction": 0.75, "shape_rmse_mean": 0.044270020247157434, "shape_rmse_min": 0.0430437404266239, "shape_rmse_max": 0.0461254598214788, "retained_records_mean": 384.0, "total_records": 512.0}, {"modality": "eeg", "scenario": "exact_joint_alias", "requested_retained_fraction": 1.0, "retained_fraction": 1.0, "shape_rmse_mean": 0.043345407701452066, "shape_rmse_min": 0.0422438201878353, "shape_rmse_max": 0.0445476471234865, "retained_records_mean": 512.0, "total_records": 512.0}, {"modality": "eeg", "scenario": "no_coupling", "requested_retained_fraction": 0.1, "retained_fraction": 0.1015625, "shape_rmse_mean": 0.08013911263933234, "shape_rmse_min": 0.0794516669726583, "shape_rmse_max": 0.0810882981278787, "retained_records_mean": 52.0, "total_records": 512.0}, {"modality": "eeg", "scenario": "no_coupling", "requested_retained_fraction": 0.25, "retained_fraction": 0.25, "shape_rmse_mean": 0.0628340698098859, "shape_rmse_min": 0.0610589165229391, "shape_rmse_max": 0.0659153571348439, "retained_records_mean": 128.0, "total_records": 512.0}, {"modality": "eeg", "scenario": "no_coupling", "requested_retained_fraction": 0.5, "retained_fraction": 0.5, "shape_rmse_mean": 0.0500228809568094, "shape_rmse_min": 0.0482855900508839, "shape_rmse_max": 0.0533603848853246, "retained_records_mean": 256.0, "total_records": 512.0}, {"modality": "eeg", "scenario": "no_coupling", "requested_retained_fraction": 0.75, "retained_fraction": 0.75, "shape_rmse_mean": 0.044270020247157434, "shape_rmse_min": 0.0430437404266239, "shape_rmse_max": 0.0461254598214788, "retained_records_mean": 384.0, "total_records": 512.0}, {"modality": "eeg", "scenario": "no_coupling", "requested_retained_fraction": 1.0, "retained_fraction": 1.0, "shape_rmse_mean": 0.043345407701452066, "shape_rmse_min": 0.0422438201878353, "shape_rmse_max": 0.0445476471234865, "retained_records_mean": 512.0, "total_records": 512.0}, {"modality": "hb", "scenario": "baseline", "requested_retained_fraction": 0.1, "retained_fraction": 0.1015625, "shape_rmse_mean": 0.10440340286259049, "shape_rmse_min": 0.1026301713448074, "shape_rmse_max": 0.1077476925046658, "retained_records_mean": 52.0, "total_records": 512.0}, {"modality": "hb", "scenario": "baseline", "requested_retained_fraction": 0.25, "retained_fraction": 0.25, "shape_rmse_mean": 0.09395972373588873, "shape_rmse_min": 0.086105915506274, "shape_rmse_max": 0.1047974830133192, "retained_records_mean": 128.0, "total_records": 512.0}, {"modality": "hb", "scenario": "baseline", "requested_retained_fraction": 0.5, "retained_fraction": 0.5, "shape_rmse_mean": 0.0885988133241268, "shape_rmse_min": 0.0836036722791272, "shape_rmse_max": 0.0943970906479718, "retained_records_mean": 256.0, "total_records": 512.0}, {"modality": "hb", "scenario": "baseline", "requested_retained_fraction": 0.75, "retained_fraction": 0.75, "shape_rmse_mean": 0.09145903878061279, "shape_rmse_min": 0.0869912649740396, "shape_rmse_max": 0.0940428296325187, "retained_records_mean": 384.0, "total_records": 512.0}, {"modality": "hb", "scenario": "baseline", "requested_retained_fraction": 1.0, "retained_fraction": 1.0, "shape_rmse_mean": 0.09705356599137144, "shape_rmse_min": 0.0968002691785491, "shape_rmse_max": 0.0973232365534977, "retained_records_mean": 512.0, "total_records": 512.0}, {"modality": "hb", "scenario": "non_dct_impulse", "requested_retained_fraction": 0.1, "retained_fraction": 0.1015625, "shape_rmse_mean": 0.3427284562329483, "shape_rmse_min": 0.1661206767957625, "shape_rmse_max": 0.4848379439989087, "retained_records_mean": 52.0, "total_records": 512.0}, {"modality": "hb", "scenario": "non_dct_impulse", "requested_retained_fraction": 0.25, "retained_fraction": 0.25, "shape_rmse_mean": 0.2598806847052316, "shape_rmse_min": 0.1570853990468302, "shape_rmse_max": 0.3662209370322056, "retained_records_mean": 128.0, "total_records": 512.0}, {"modality": "hb", "scenario": "non_dct_impulse", "requested_retained_fraction": 0.5, "retained_fraction": 0.5, "shape_rmse_mean": 0.28215165396631275, "shape_rmse_min": 0.240099357018219, "shape_rmse_max": 0.3329842697854844, "retained_records_mean": 256.0, "total_records": 512.0}, {"modality": "hb", "scenario": "non_dct_impulse", "requested_retained_fraction": 0.75, "retained_fraction": 0.75, "shape_rmse_mean": 0.43908307291960824, "shape_rmse_min": 0.4259010058887096, "shape_rmse_max": 0.4601554496800166, "retained_records_mean": 384.0, "total_records": 512.0}, {"modality": "hb", "scenario": "non_dct_impulse", "requested_retained_fraction": 1.0, "retained_fraction": 1.0, "shape_rmse_mean": 0.5892823226939683, "shape_rmse_min": 0.5868958042934103, "shape_rmse_max": 0.5923590269043902, "retained_records_mean": 512.0, "total_records": 512.0}, {"modality": "hb", "scenario": "ou_drive", "requested_retained_fraction": 0.1, "retained_fraction": 0.1015625, "shape_rmse_mean": 0.2849391501008002, "shape_rmse_min": 0.1998809200679276, "shape_rmse_max": 0.3611411806304072, "retained_records_mean": 52.0, "total_records": 512.0}, {"modality": "hb", "scenario": "ou_drive", "requested_retained_fraction": 0.25, "retained_fraction": 0.25, "shape_rmse_mean": 0.21342964461481573, "shape_rmse_min": 0.1788703822380034, "shape_rmse_max": 0.24558639758374, "retained_records_mean": 128.0, "total_records": 512.0}, {"modality": "hb", "scenario": "ou_drive", "requested_retained_fraction": 0.5, "retained_fraction": 0.5, "shape_rmse_mean": 0.2252653978839569, "shape_rmse_min": 0.1987346640609602, "shape_rmse_max": 0.2558792154368184, "retained_records_mean": 256.0, "total_records": 512.0}, {"modality": "hb", "scenario": "ou_drive", "requested_retained_fraction": 0.75, "retained_fraction": 0.75, "shape_rmse_mean": 0.3211263211838245, "shape_rmse_min": 0.3110829498476999, "shape_rmse_max": 0.3372770229998759, "retained_records_mean": 384.0, "total_records": 512.0}, {"modality": "hb", "scenario": "ou_drive", "requested_retained_fraction": 1.0, "retained_fraction": 1.0, "shape_rmse_mean": 0.43657641507577755, "shape_rmse_min": 0.4334619049936279, "shape_rmse_max": 0.4381965519774476, "retained_records_mean": 512.0, "total_records": 512.0}, {"modality": "hb", "scenario": "rotated_spectral_mixture", "requested_retained_fraction": 0.1, "retained_fraction": 0.1015625, "shape_rmse_mean": 0.10440340286259049, "shape_rmse_min": 0.1026301713448074, "shape_rmse_max": 0.1077476925046658, "retained_records_mean": 52.0, "total_records": 512.0}, {"modality": "hb", "scenario": "rotated_spectral_mixture", "requested_retained_fraction": 0.25, "retained_fraction": 0.25, "shape_rmse_mean": 0.09395972373588873, "shape_rmse_min": 0.086105915506274, "shape_rmse_max": 0.1047974830133192, "retained_records_mean": 128.0, "total_records": 512.0}, {"modality": "hb", "scenario": "rotated_spectral_mixture", "requested_retained_fraction": 0.5, "retained_fraction": 0.5, "shape_rmse_mean": 0.0885988133241268, "shape_rmse_min": 0.0836036722791272, "shape_rmse_max": 0.0943970906479718, "retained_records_mean": 256.0, "total_records": 512.0}, {"modality": "hb", "scenario": "rotated_spectral_mixture", "requested_retained_fraction": 0.75, "retained_fraction": 0.75, "shape_rmse_mean": 0.09145903878061279, "shape_rmse_min": 0.0869912649740396, "shape_rmse_max": 0.0940428296325187, "retained_records_mean": 384.0, "total_records": 512.0}, {"modality": "hb", "scenario": "rotated_spectral_mixture", "requested_retained_fraction": 1.0, "retained_fraction": 1.0, "shape_rmse_mean": 0.09705356599137144, "shape_rmse_min": 0.0968002691785491, "shape_rmse_max": 0.0973232365534977, "retained_records_mean": 512.0, "total_records": 512.0}, {"modality": "hb", "scenario": "exact_joint_alias", "requested_retained_fraction": 0.1, "retained_fraction": 0.1015625, "shape_rmse_mean": 0.10440340286259049, "shape_rmse_min": 0.1026301713448074, "shape_rmse_max": 0.1077476925046658, "retained_records_mean": 52.0, "total_records": 512.0}, {"modality": "hb", "scenario": "exact_joint_alias", "requested_retained_fraction": 0.25, "retained_fraction": 0.25, "shape_rmse_mean": 0.09395972373588873, "shape_rmse_min": 0.086105915506274, "shape_rmse_max": 0.1047974830133192, "retained_records_mean": 128.0, "total_records": 512.0}, {"modality": "hb", "scenario": "exact_joint_alias", "requested_retained_fraction": 0.5, "retained_fraction": 0.5, "shape_rmse_mean": 0.0885988133241268, "shape_rmse_min": 0.0836036722791272, "shape_rmse_max": 0.0943970906479718, "retained_records_mean": 256.0, "total_records": 512.0}, {"modality": "hb", "scenario": "exact_joint_alias", "requested_retained_fraction": 0.75, "retained_fraction": 0.75, "shape_rmse_mean": 0.09145903878061279, "shape_rmse_min": 0.0869912649740396, "shape_rmse_max": 0.0940428296325187, "retained_records_mean": 384.0, "total_records": 512.0}, {"modality": "hb", "scenario": "exact_joint_alias", "requested_retained_fraction": 1.0, "retained_fraction": 1.0, "shape_rmse_mean": 0.09705356599137144, "shape_rmse_min": 0.0968002691785491, "shape_rmse_max": 0.0973232365534977, "retained_records_mean": 512.0, "total_records": 512.0}, {"modality": "hb", "scenario": "no_coupling", "requested_retained_fraction": 0.1, "retained_fraction": 0.1015625, "shape_rmse_mean": 0.6775205773655091, "shape_rmse_min": 0.5882414947554725, "shape_rmse_max": 0.7222896256574357, "retained_records_mean": 52.0, "total_records": 512.0}, {"modality": "hb", "scenario": "no_coupling", "requested_retained_fraction": 0.25, "retained_fraction": 0.25, "shape_rmse_mean": 0.7026068670513951, "shape_rmse_min": 0.6623379939018809, "shape_rmse_max": 0.741212446581254, "retained_records_mean": 128.0, "total_records": 512.0}, {"modality": "hb", "scenario": "no_coupling", "requested_retained_fraction": 0.5, "retained_fraction": 0.5, "shape_rmse_mean": 0.6547840072998867, "shape_rmse_min": 0.5902813389614628, "shape_rmse_max": 0.6948793629676482, "retained_records_mean": 256.0, "total_records": 512.0}, {"modality": "hb", "scenario": "no_coupling", "requested_retained_fraction": 0.75, "retained_fraction": 0.75, "shape_rmse_mean": 0.5150747172201792, "shape_rmse_min": 0.4926636260564322, "shape_rmse_max": 0.5397281513948813, "retained_records_mean": 384.0, "total_records": 512.0}, {"modality": "hb", "scenario": "no_coupling", "requested_retained_fraction": 1.0, "retained_fraction": 1.0, "shape_rmse_mean": 0.4241219472576383, "shape_rmse_min": 0.4109457299025797, "shape_rmse_max": 0.4446857200348278, "retained_records_mean": 512.0, "total_records": 512.0}]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证据：["tokenizer/evaluation/*/seed_*/paired_changes.csv"]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图：/SSD_2/pid-mcm-implementation/docs/report/20261003_semantic_response_discovery_v1/figures/quant_15_counterfactual_true_false_changes.png</a:t>
            </a:r>
          </a:p>
          <a:p>
            <a:r>
              <a:t>完整图注：联合别名的真实驱动变化RMS为0.02762，分布原型预测变化为0.00000。对truth不变的坐标增益、公共Hb、谱旋转等扰动，非零预测变化为假语义变化；图只比较三种端到端语义监督的原型。</a:t>
            </a:r>
          </a:p>
          <a:p>
            <a:r>
              <a:t>统计：[{"arm": "point_restricted_generator", "modality": "eeg", "scenario": "true_a_amplitude", "true_change_rms": 0.02762436407479549, "predicted_change_rms": 0.021522335742095746, "change_rmse": 0.010662824707217985, "false_change_rms": null}, {"arm": "point_restricted_generator", "modality": "eeg", "scenario": "true_a_shape", "true_change_rms": 0.014915004161986293, "predicted_change_rms": 0.013636825370667745, "change_rmse": 0.0034020053592454303, "false_change_rms": null}, {"arm": "point_restricted_generator", "modality": "eeg", "scenario": "non_dct_impulse", "true_change_rms": 0.037868020646093195, "predicted_change_rms": 0.02437645197035934, "change_rmse": 0.027404165988046056, "false_change_rms": null}, {"arm": "point_restricted_generator", "modality": "eeg", "scenario": "exact_joint_alias", "true_change_rms": 0.02762436407479549, "predicted_change_rms": 0.0, "change_rmse": 0.02762436407479549, "false_change_rms": null}, {"arm": "point_randomized_generator", "modality": "eeg", "scenario": "true_a_amplitude", "true_change_rms": 0.02762436407479549, "predicted_change_rms": 0.01525236956755781, "change_rmse": 0.013178358395856788, "false_change_rms": null}, {"arm": "point_randomized_generator", "modality": "eeg", "scenario": "true_a_shape", "true_change_rms": 0.014915004161986293, "predicted_change_rms": 0.013807860536568671, "change_rmse": 0.0036851762278212, "false_change_rms": null}, {"arm": "point_randomized_generator", "modality": "eeg", "scenario": "non_dct_impulse", "true_change_rms": 0.037868020646093195, "predicted_change_rms": 0.022506189791480766, "change_rmse": 0.027618061593226138, "false_change_rms": null}, {"arm": "point_randomized_generator", "modality": "eeg", "scenario": "exact_joint_alias", "true_change_rms": 0.02762436407479549, "predicted_change_rms": 0.0, "change_rmse": 0.02762436407479549, "false_change_rms": null}, {"arm": "distribution_randomized_generator", "modality": "eeg", "scenario": "true_a_amplitude", "true_change_rms": 0.02762436407479549, "predicted_change_rms": 0.015329829421413352, "change_rmse": 0.012565230942671196, "false_change_rms": null}, {"arm": "distribution_randomized_generator", "modality": "eeg", "scenario": "true_a_shape", "true_change_rms": 0.014915004161986293, "predicted_change_rms": 0.01374131645108411, "change_rmse": 0.0030932460736494507, "false_change_rms": null}, {"arm": "distribution_randomized_generator", "modality": "eeg", "scenario": "non_dct_impulse", "true_change_rms": 0.037868020646093195, "predicted_change_rms": 0.023913763776363294, "change_rmse": 0.0275152462850967, "false_change_rms": null}, {"arm": "distribution_randomized_generator", "modality": "eeg", "scenario": "exact_joint_alias", "true_change_rms": 0.02762436407479549, "predicted_change_rms": 0.0, "change_rmse": 0.02762436407479549, "false_change_rms": null}, {"arm": "point_restricted_generator", "modality": "eeg", "scenario": "feature_gain_only", "true_change_rms": 0.0, "predicted_change_rms": 0.016882444584552965, "change_rmse": 0.016882444566594712, "false_change_rms": 0.016882444584552965}, {"arm": "point_restricted_generator", "modality": "eeg", "scenario": "Hb_gain_only", "true_change_rms": 0.0, "predicted_change_rms": 0.0, "change_rmse": 0.0, "false_change_rms": 0.0}, {"arm": "point_restricted_generator", "modality": "eeg", "scenario": "common_Hb", "true_change_rms": 0.0, "predicted_change_rms": 0.0, "change_rmse": 0.0, "false_change_rms": 0.0}, {"arm": "point_restricted_generator", "modality": "eeg", "scenario": "rotated_spectral_mixture", "true_change_rms": 0.0, "predicted_change_rms": 0.017214555557681355, "change_rmse": 0.01721455553894181, "false_change_rms": 0.017214555557681355}, {"arm": "point_restricted_generator", "modality": "eeg", "scenario": "no_coupling", "true_change_rms": 0.0, "predicted_change_rms": 0.0, "change_rmse": 0.0, "false_change_rms": 0.0}, {"arm": "point_randomized_generator", "modality": "eeg", "scenario": "feature_gain_only", "true_change_rms": 0.0, "predicted_change_rms": 0.012544831529339667, "change_rmse": 0.012544831522026364, "false_change_rms": 0.012544831529339667}, {"arm": "point_randomized_generator", "modality": "eeg", "scenario": "Hb_gain_only", "true_change_rms": 0.0, "predicted_change_rms": 0.0, "change_rmse": 0.0, "false_change_rms": 0.0}, {"arm": "point_randomized_generator", "modality": "eeg", "scenario": "common_Hb", "true_change_rms": 0.0, "predicted_change_rms": 0.0, "change_rmse": 0.0, "false_change_rms": 0.0}, {"arm": "point_randomized_generator", "modality": "eeg", "scenario": "rotated_spectral_mixture", "true_change_rms": 0.0, "predicted_change_rms": 0.016310383126741074, "change_rmse": 0.016310383127968734, "false_change_rms": 0.016310383126741074}, {"arm": "point_randomized_generator", "modality": "eeg", "scenario": "no_coupling", "true_change_rms": 0.0, "predicted_change_rms": 0.0, "change_rmse": 0.0, "false_change_rms": 0.0}, {"arm": "distribution_randomized_generator", "modality": "eeg", "scenario": "feature_gain_only", "true_change_rms": 0.0, "predicted_change_rms": 0.012654803151235634, "change_rmse": 0.012654803132189182, "false_change_rms": 0.012654803151235634}, {"arm": "distribution_randomized_generator", "modality": "eeg", "scenario": "Hb_gain_only", "true_change_rms": 0.0, "predicted_change_rms": 0.0, "change_rmse": 0.0, "false_change_rms": 0.0}, {"arm": "distribution_randomized_generator", "modality": "eeg", "scenario": "common_Hb", "true_change_rms": 0.0, "predicted_change_rms": 0.0, "change_rmse": 0.0, "false_change_rms": 0.0}, {"arm": "distribution_randomized_generator", "modality": "eeg", "scenario": "rotated_spectral_mixture", "true_change_rms": 0.0, "predicted_change_rms": 0.018119917775038578, "change_rmse": 0.018119917813476927, "false_change_rms": 0.018119917775038578}, {"arm": "distribution_randomized_generator", "modality": "eeg", "scenario": "no_coupling", "true_change_rms": 0.0, "predicted_change_rms": 0.0, "change_rmse": 0.0, "false_change_rms": 0.0}, {"arm": "point_restricted_generator", "modality": "hb", "scenario": "true_a_amplitude", "true_change_rms": 0.02762436407479549, "predicted_change_rms": 0.025003468696922892, "change_rmse": 0.009037153575946, "false_change_rms": null}, {"arm": "point_restricted_generator", "modality": "hb", "scenario": "true_a_shape", "true_change_rms": 0.014915004161986293, "predicted_change_rms": 0.014095950899521337, "change_rmse": 0.004595440041518176, "false_change_rms": null}, {"arm": "point_restricted_generator", "modality": "hb", "scenario": "non_dct_impulse", "true_change_rms": 0.037868020646093195, "predicted_change_rms": 0.023763773602695392, "change_rmse": 0.0279158277539301, "false_change_rms": null}, {"arm": "point_restricted_generator", "modality": "hb", "scenario": "exact_joint_alias", "true_change_rms": 0.02762436407479549, "predicted_change_rms": 0.0, "change_rmse": 0.02762436407479549, "false_change_rms": null}, {"arm": "point_randomized_generator", "modality": "hb", "scenario": "true_a_amplitude", "true_change_rms": 0.02762436407479549, "predicted_change_rms": 0.018074799603709786, "change_rmse": 0.010786497281432423, "false_change_rms": null}, {"arm": "point_randomized_generator", "modality": "hb", "scenario": "true_a_shape", "true_change_rms": 0.014915004161986293, "predicted_change_rms": 0.012858938137621055, "change_rmse": 0.004226290481641872, "false_change_rms": null}, {"arm": "point_randomized_generator", "modality": "hb", "scenario": "non_dct_impulse", "true_change_rms": 0.037868020646093195, "predicted_change_rms": 0.02098366870025828, "change_rmse": 0.028116322313547045, "false_change_rms": null}, {"arm": "point_randomized_generator", "modality": "hb", "scenario": "exact_joint_alias", "true_change_rms": 0.02762436407479549, "predicted_change_rms": 0.0, "change_rmse": 0.02762436407479549, "false_change_rms": null}, {"arm": "distribution_randomized_generator", "modality": "hb", "scenario": "true_a_amplitude", "true_change_rms": 0.02762436407479549, "predicted_change_rms": 0.018313914292472522, "change_rmse": 0.010127596502785063, "false_change_rms": null}, {"arm": "distribution_randomized_generator", "modality": "hb", "scenario": "true_a_shape", "true_change_rms": 0.014915004161986293, "predicted_change_rms": 0.012976719619928141, "change_rmse": 0.003908512838934824, "false_change_rms": null}, {"arm": "distribution_randomized_generator", "modality": "hb", "scenario": "non_dct_impulse", "true_change_rms": 0.037868020646093195, "predicted_change_rms": 0.02195542658834403, "change_rmse": 0.02804100177497176, "false_change_rms": null}, {"arm": "distribution_randomized_generator", "modality": "hb", "scenario": "exact_joint_alias", "true_change_rms": 0.02762436407479549, "predicted_change_rms": 0.0, "change_rmse": 0.02762436407479549, "false_change_rms": null}, {"arm": "point_restricted_generator", "modality": "hb", "scenario": "feature_gain_only", "true_change_rms": 0.0, "predicted_change_rms": 0.0, "change_rmse": 0.0, "false_change_rms": 0.0}, {"arm": "point_restricted_generator", "modality": "hb", "scenario": "Hb_gain_only", "true_change_rms": 0.0, "predicted_change_rms": 0.01572005996710378, "change_rmse": 0.015720059934493744, "false_change_rms": 0.01572005996710378}, {"arm": "point_restricted_generator", "modality": "hb", "scenario": "common_Hb", "true_change_rms": 0.0, "predicted_change_rms": 0.004836786494555125, "change_rmse": 0.004836786491410185, "false_change_rms": 0.004836786494555125}, {"arm": "point_restricted_generator", "modality": "hb", "scenario": "rotated_spectral_mixture", "true_change_rms": 0.0, "predicted_change_rms": 0.0, "change_rmse": 0.0, "false_change_rms": 0.0}, {"arm": "point_restricted_generator", "modality": "hb", "scenario": "no_coupling", "true_change_rms": 0.0, "predicted_change_rms": 0.0256416234302984, "change_rmse": 0.025641623361004635, "false_change_rms": 0.0256416234302984}, {"arm": "point_randomized_generator", "modality": "hb", "scenario": "feature_gain_only", "true_change_rms": 0.0, "predicted_change_rms": 0.0, "change_rmse": 0.0, "false_change_rms": 0.0}, {"arm": "point_randomized_generator", "modality": "hb", "scenario": "Hb_gain_only", "true_change_rms": 0.0, "predicted_change_rms": 0.01178957884682551, "change_rmse": 0.0117895788453758, "false_change_rms": 0.01178957884682551}, {"arm": "point_randomized_generator", "modality": "hb", "scenario": "common_Hb", "true_change_rms": 0.0, "predicted_change_rms": 0.004128463754568606, "change_rmse": 0.004128463747301497, "false_change_rms": 0.004128463754568606}, {"arm": "point_randomized_generator", "modality": "hb", "scenario": "rotated_spectral_mixture", "true_change_rms": 0.0, "predicted_change_rms": 0.0, "change_rmse": 0.0, "false_change_rms": 0.0}, {"arm": "point_randomized_generator", "modality": "hb", "scenario": "no_coupling", "true_change_rms": 0.0, "predicted_change_rms": 0.022854024486150547, "change_rmse": 0.022854024527090188, "false_change_rms": 0.022854024486150547}, {"arm": "distribution_randomized_generator", "modality": "hb", "scenario": "feature_gain_only", "true_change_rms": 0.0, "predicted_change_rms": 0.0, "change_rmse": 0.0, "false_change_rms": 0.0}, {"arm": "distribution_randomized_generator", "modality": "hb", "scenario": "Hb_gain_only", "true_change_rms": 0.0, "predicted_change_rms": 0.012126586628558722, "change_rmse": 0.012126586640216328, "false_change_rms": 0.012126586628558722}, {"arm": "distribution_randomized_generator", "modality": "hb", "scenario": "common_Hb", "true_change_rms": 0.0, "predicted_change_rms": 0.00395184466583482, "change_rmse": 0.003951844662076247, "false_change_rms": 0.00395184466583482}, {"arm": "distribution_randomized_generator", "modality": "hb", "scenario": "rotated_spectral_mixture", "true_change_rms": 0.0, "predicted_change_rms": 0.0, "change_rmse": 0.0, "false_change_rms": 0.0}, {"arm": "distribution_randomized_generator", "modality": "hb", "scenario": "no_coupling", "true_change_rms": 0.0, "predicted_change_rms": 0.02304045115912833, "change_rmse": 0.023040451173418047, "false_change_rms": 0.02304045115912833}]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证据：["tokenizer/scenario_variant_seed_summary.csv", "source_snapshot_training_v3/experiments/scripts/train_semantic_response_tokenizer.py:semantic_predictions/fit"]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图：/SSD_2/pid-mcm-implementation/docs/report/20261003_semantic_response_discovery_v1/figures/quant_19_observation_linear_probe.png</a:t>
            </a:r>
          </a:p>
          <a:p>
            <a:r>
              <a:t>完整图注：纯观测臂先冻结重建编码器，再用训练集真值拟合all_code_features→shape/logA ridge（α=1）并随checkpoint保存probes；保留评价调用semantic_predictions读取此线性readout，并非原始未监督S头。其余三臂直接评价语义监督的shape/logA头。458168等参数量只指基础网络，纯观测臂另附ridge参数。基准EEG/Hb形状RMSE：纯观测线性readout为1.0541/0.1288，分布S头为0.0433/0.0971。无耦合干预Hb的误差分别为0.4224/0.7512，不能声称S头在所有场景普遍优越。柱为三个优化重复均值、横线为种子最小—最大范围，非独立种子CI；四场景统一展示干预变体，log幅值误差另附JSON。</a:t>
            </a:r>
          </a:p>
          <a:p>
            <a:r>
              <a:t>统计：[{"arm": "observation_only_capacity_matched", "modality": "eeg",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1.054079887853297, "shape_rmse_seed_min": 1.0211840346853345, "shape_rmse_seed_max": 1.099651319697042, "log_amplitude_squared_error_seed_mean": 0.6495845386159994, "log_amplitude_squared_error_seed_min": 0.5668120411327393, "log_amplitude_squared_error_seed_max": 0.7164564848345154, "source_rmse_seed_mean": 0.0449040368488498, "source_rmse_seed_min": 0.0426380040303982, "source_rmse_seed_max": 0.047270814547775, "shape_crps_seed_mean": 0.6425692369589115, "shape_crps_seed_min": 0.6193862436621609, "shape_crps_seed_max": 0.671456066896038, "shape_nll_seed_mean": 1.588778994607474, "shape_nll_seed_min": 1.5569622629123758, "shape_nll_seed_max": 1.6304116453658928, "log_amplitude_crps_seed_mean": 0.4478961730785233, "log_amplitude_crps_seed_min": 0.4199757677433159, "log_amplitude_crps_seed_max": 0.4693731737270421, "log_amplitude_nll_seed_mean": 1.2029505050730172, "log_amplitude_nll_seed_min": 1.139215642948768, "log_amplitude_nll_seed_max": 1.2523145792114132, "reconstruction_mse_seed_mean": 0.0594846649405406, "reconstruction_mse_seed_min": 0.0556046165476249, "reconstruction_mse_seed_max": 0.062490137581042, "reconstruction_native_mse_seed_mean": 3.0931092871922697e-06, "reconstruction_native_mse_seed_min": 2.9810557168219625e-06, "reconstruction_native_mse_seed_max": 3.1826123902384424e-06, "source_support_seed_mean": 120.0, "source_support_seed_min": 120.0, "source_support_seed_max": 120.0, "observation_support_seed_mean": 3600.0, "observation_support_seed_min": 3600.0, "observation_support_seed_max": 3600.0, "uncertainty_score_seed_mean": 2.033602515856425, "uncertainty_score_seed_min": 1.9363960027694704, "uncertainty_score_seed_max": 2.1415181159973145, "shape_coverage_50_seed_mean": 0.6060004340277778, "shape_coverage_50_seed_min": 0.6017578125, "shape_coverage_50_seed_max": 0.60888671875, "shape_width_50_seed_mean": 1.646396557490031, "shape_width_50_seed_min": 1.559162139892578, "shape_width_50_seed_max": 1.735822081565857, "log_amplitude_coverage_50_seed_mean": 0.52734375, "log_amplitude_coverage_50_seed_min": 0.49609375, "log_amplitude_coverage_50_seed_max": 0.5625, "log_amplitude_width_50_seed_mean": 1.0968916018803914, "log_amplitude_width_50_seed_min": 1.052996277809143, "log_amplitude_width_50_seed_max": 1.1530420780181885, "shape_coverage_80_seed_mean": 0.8384331597222223, "shape_coverage_80_seed_min": 0.8321940104166667, "shape_coverage_80_seed_max": 0.84375, "shape_width_80_seed_mean": 3.1282049814860025, "shape_width_80_seed_min": 2.9624569416046143, "shape_width_80_seed_max": 3.2981162071228027, "log_amplitude_coverage_80_seed_mean": 0.8203125, "log_amplitude_coverage_80_seed_min": 0.80078125, "log_amplitude_coverage_80_seed_max": 0.83984375, "log_amplitude_width_80_seed_mean": 2.0841283798217773, "log_amplitude_width_80_seed_min": 2.000725746154785, "log_amplitude_width_80_seed_max": 2.190816164016724, "shape_coverage_95_seed_mean": 0.9435546875000002, "shape_coverage_95_seed_min": 0.93916015625, "shape_coverage_95_seed_max": 0.94990234375, "shape_width_95_seed_mean": 4.784176667531331, "shape_width_95_seed_min": 4.530686855316162, "shape_width_95_seed_max": 5.044033527374268, "log_amplitude_coverage_95_seed_mean": 0.95703125, "log_amplitude_coverage_95_seed_min": 0.94921875, "log_amplitude_coverage_95_seed_max": 0.96875, "log_amplitude_width_95_seed_mean": 3.1873993078867597, "log_amplitude_width_95_seed_min": 3.0598461627960205, "log_amplitude_width_95_seed_max": 3.3505640029907227, "semantic_prediction_route": "frozen_all_code_features_to_training_truth_ridge"}, {"arm": "point_restricted_generator", "modality": "eeg",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0.5244001150131226, "semantic_prediction_route": "direct_semantically_supervised_shape_logA_head"}, {"arm": "point_randomized_generator", "modality": "eeg",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0.9255260229110718, "semantic_prediction_route": "direct_semantically_supervised_shape_logA_head"}, {"arm": "distribution_randomized_generator", "modality": "eeg",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0.9147623134194872, "semantic_prediction_route": "direct_semantically_supervised_shape_logA_head"}, {"arm": "observation_only_capacity_matched", "modality": "eeg",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1.908141074991396, "shape_rmse_seed_min": 1.6639870975510531, "shape_rmse_seed_max": 2.2297877189811555, "log_amplitude_squared_error_seed_mean": 2.728394684998365, "log_amplitude_squared_error_seed_min": 1.228105455131859, "log_amplitude_squared_error_seed_max": 4.059321755054814, "source_rmse_seed_mean": 0.038062161580052, "source_rmse_seed_min": 0.030535117189951, "source_rmse_seed_max": 0.052108563179209, "shape_crps_seed_mean": 1.06914821940938, "shape_crps_seed_min": 0.902881546005845, "shape_crps_seed_max": 1.2645052005792583, "shape_nll_seed_mean": 2.44105168930759, "shape_nll_seed_min": 2.1048407357523504, "shape_nll_seed_max": 2.809900906254884, "log_amplitude_crps_seed_mean": 1.050920722893527, "log_amplitude_crps_seed_min": 0.6363510239226788, "log_amplitude_crps_seed_max": 1.3886139696838358, "log_amplitude_nll_seed_mean": 2.8489161012137934, "log_amplitude_nll_seed_min": 1.6024713024052089, "log_amplitude_nll_seed_max": 4.002274965713903, "reconstruction_mse_seed_mean": 0.1041405079163893, "reconstruction_mse_seed_min": 0.0913466472525075, "reconstruction_mse_seed_max": 0.1222870728559052, "reconstruction_native_mse_seed_mean": 5.454674499208388e-06, "reconstruction_native_mse_seed_min": 4.563438285368993e-06, "reconstruction_native_mse_seed_max": 5.97399244951846e-06, "source_support_seed_mean": 120.0, "source_support_seed_min": 120.0, "source_support_seed_max": 120.0, "observation_support_seed_mean": 3600.0, "observation_support_seed_min": 3600.0, "observation_support_seed_max": 3600.0, "uncertainty_score_seed_mean": 2.033602515856425, "uncertainty_score_seed_min": 1.9363960027694704, "uncertainty_score_seed_max": 2.1415181159973145, "shape_coverage_50_seed_mean": 0.430544704861111, "shape_coverage_50_seed_min": 0.36474609375, "shape_coverage_50_seed_max": 0.4792968749999999, "shape_width_50_seed_mean": 1.646396557490031, "shape_width_50_seed_min": 1.559162139892578, "shape_width_50_seed_max": 1.735822081565857, "log_amplitude_coverage_50_seed_mean": 0.2330729166666666, "log_amplitude_coverage_50_seed_min": 0.1171875, "log_amplitude_coverage_50_seed_max": 0.40234375, "log_amplitude_width_50_seed_mean": 1.0968916018803914, "log_amplitude_width_50_seed_min": 1.052996277809143, "log_amplitude_width_50_seed_max": 1.1530420780181885, "shape_coverage_80_seed_mean": 0.6656032986111112, "shape_coverage_80_seed_min": 0.6240234375, "shape_coverage_80_seed_max": 0.7181315104166667, "shape_width_80_seed_mean": 3.1282049814860025, "shape_width_80_seed_min": 2.9624569416046143, "shape_width_80_seed_max": 3.2981162071228027, "log_amplitude_coverage_80_seed_mean": 0.421875, "log_amplitude_coverage_80_seed_min": 0.26171875, "log_amplitude_coverage_80_seed_max": 0.66015625, "log_amplitude_width_80_seed_mean": 2.0841283798217773, "log_amplitude_width_80_seed_min": 2.000725746154785, "log_amplitude_width_80_seed_max": 2.190816164016724, "shape_coverage_95_seed_mean": 0.8324327256944444, "shape_coverage_95_seed_min": 0.7889973958333334, "shape_coverage_95_seed_max": 0.8772786458333333, "shape_width_95_seed_mean": 4.784176667531331, "shape_width_95_seed_min": 4.530686855316162, "shape_width_95_seed_max": 5.044033527374268, "log_amplitude_coverage_95_seed_mean": 0.6106770833333334, "log_amplitude_coverage_95_seed_min": 0.43359375, "log_amplitude_coverage_95_seed_max": 0.875, "log_amplitude_width_95_seed_mean": 3.1873993078867597, "log_amplitude_width_95_seed_min": 3.0598461627960205, "log_amplitude_width_95_seed_max": 3.3505640029907227, "semantic_prediction_route": "frozen_all_code_features_to_training_truth_ridge"}, {"arm": "point_restricted_generator", "modality": "eeg",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1.0085880625090653, "shape_rmse_seed_min": 1.0041694865586763, "shape_rmse_seed_max": 1.0136868295795194, "log_amplitude_squared_error_seed_mean": 0.568693943961817, "log_amplitude_squared_error_seed_min": 0.4789083620234251, "log_amplitude_squared_error_seed_max": 0.6560320443913346, "source_rmse_seed_mean": 0.0267476545315256, "source_rmse_seed_min": 0.0265676897312562, "source_rmse_seed_max": 0.0268857323638608, "shape_crps_seed_mean": 0.4955597125860954, "shape_crps_seed_min": 0.4762591561395917, "shape_crps_seed_max": 0.5214924942013264, "shape_nll_seed_mean": 237.52787486060728, "shape_nll_seed_min": 201.65721111642583, "shape_nll_seed_max": 258.4624326809232, "log_amplitude_crps_seed_mean": 0.624371041059325, "log_amplitude_crps_seed_min": 0.5724150577946292, "log_amplitude_crps_seed_max": 0.6755605426220703, "log_amplitude_nll_seed_mean": 15.035780838805282, "log_amplitude_nll_seed_min": 12.702789678506978, "log_amplitude_nll_seed_max": 17.54044491638784, "reconstruction_mse_seed_mean": 0.1978270470931584, "reconstruction_mse_seed_min": 0.1840505756605062, "reconstruction_mse_seed_max": 0.2232186519015857, "reconstruction_native_mse_seed_mean": 7.694923569896816e-06, "reconstruction_native_mse_seed_min": 7.14813746409079e-06, "reconstruction_native_mse_seed_max": 8.60106143320582e-06,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0.0468207465277777, "shape_coverage_50_seed_min": 0.0408203125, "shape_coverage_50_seed_max": 0.051171875, "shape_width_50_seed_mean": 0.0624313317239284, "shape_width_50_seed_min": 0.0599005073308944, "shape_width_50_seed_max": 0.0673668161034584, "log_amplitude_coverage_50_seed_mean": 0.0, "log_amplitude_coverage_50_seed_min": 0.0, "log_amplitude_coverage_50_seed_max": 0.0, "log_amplitude_width_50_seed_mean": 0.1790095567703247, "log_amplitude_width_50_seed_min": 0.1776230931282043, "log_amplitude_width_50_seed_max": 0.1804637610912323, "shape_coverage_80_seed_mean": 0.08857421875, "shape_coverage_80_seed_min": 0.0791015625, "shape_coverage_80_seed_max": 0.0944335937499999, "shape_width_80_seed_mean": 0.1186214809616406, "shape_width_80_seed_min": 0.1138128340244293, "shape_width_80_seed_max": 0.1279990524053573, "log_amplitude_coverage_80_seed_mean": 0.0143229166666666, "log_amplitude_coverage_80_seed_min": 0.0078125, "log_amplitude_coverage_80_seed_max": 0.0234375, "log_amplitude_width_80_seed_mean": 0.3401237626870473, "log_amplitude_width_80_seed_min": 0.3374894559383392, "log_amplitude_width_80_seed_max": 0.3428868055343628, "shape_coverage_95_seed_mean": 0.1358615451388889, "shape_coverage_95_seed_min": 0.1221028645833333, "shape_coverage_95_seed_max": 0.1463216145833333, "shape_width_95_seed_mean": 0.1814159005880355, "shape_width_95_seed_min": 0.1740617156028747, "shape_width_95_seed_max": 0.195757657289505, "log_amplitude_coverage_95_seed_mean": 0.0794270833333333, "log_amplitude_coverage_95_seed_min": 0.0703125, "log_amplitude_coverage_95_seed_max": 0.08984375, "log_amplitude_width_95_seed_mean": 0.5201744039853414, "log_amplitude_width_95_seed_min": 0.5161455869674683, "log_amplitude_width_95_seed_max": 0.5244001150131226, "semantic_prediction_route": "direct_semantically_supervised_shape_logA_head"}, {"arm": "point_randomized_generator", "modality": "eeg",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1.0240619155554398, "shape_rmse_seed_min": 1.015088213271003, "shape_rmse_seed_max": 1.0325046468263095, "log_amplitude_squared_error_seed_mean": 0.4492213795480531, "log_amplitude_squared_error_seed_min": 0.3969239063395098, "log_amplitude_squared_error_seed_max": 0.4915775316737619, "source_rmse_seed_mean": 0.0270062790476286, "source_rmse_seed_min": 0.0267054062542573, "source_rmse_seed_max": 0.0272127562094897, "shape_crps_seed_mean": 0.5280259802084604, "shape_crps_seed_min": 0.5052271872582423, "shape_crps_seed_max": 0.544060490702456, "shape_nll_seed_mean": 83.06189343543438, "shape_nll_seed_min": 78.48359100677384, "shape_nll_seed_max": 90.2119043711534, "log_amplitude_crps_seed_mean": 0.4736733031617865, "log_amplitude_crps_seed_min": 0.4392065941360336, "log_amplitude_crps_seed_max": 0.5030765590107796, "log_amplitude_nll_seed_mean": 3.5397713187491817, "log_amplitude_nll_seed_min": 3.0964854433274267, "log_amplitude_nll_seed_max": 3.929079451082794, "reconstruction_mse_seed_mean": 0.202472107151569, "reconstruction_mse_seed_min": 0.188725721973671, "reconstruction_mse_seed_max": 0.2123577871807386, "reconstruction_native_mse_seed_mean": 1.0514409704970894e-05, "reconstruction_native_mse_seed_min": 9.849923323125322e-06, "reconstruction_native_mse_seed_max": 1.093023388795388e-05,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0.0597222222222222, "shape_coverage_50_seed_min": 0.05009765625, "shape_coverage_50_seed_max": 0.0722005208333333, "shape_width_50_seed_mean": 0.1063237885634104, "shape_width_50_seed_min": 0.1019833758473396, "shape_width_50_seed_max": 0.1100920289754867, "log_amplitude_coverage_50_seed_mean": 0.1484375, "log_amplitude_coverage_50_seed_min": 0.12890625, "log_amplitude_coverage_50_seed_max": 0.17578125, "log_amplitude_width_50_seed_mean": 0.316864271958669, "log_amplitude_width_50_seed_min": 0.315383642911911, "log_amplitude_width_50_seed_max": 0.3185047209262848, "shape_coverage_80_seed_mean": 0.1094618055555555, "shape_coverage_80_seed_min": 0.0958984374999999, "shape_coverage_80_seed_max": 0.1288085937499999, "shape_width_80_seed_mean": 0.202018529176712, "shape_width_80_seed_min": 0.1937716156244278, "shape_width_80_seed_max": 0.2091782987117767, "log_amplitude_coverage_80_seed_mean": 0.2473958333333333, "log_amplitude_coverage_80_seed_min": 0.234375, "log_amplitude_coverage_80_seed_max": 0.26171875, "log_amplitude_width_80_seed_mean": 0.6020520130793253, "log_amplitude_width_80_seed_min": 0.5992387533187866, "log_amplitude_width_80_seed_max": 0.6051689386367798, "shape_coverage_95_seed_mean": 0.1689344618055555, "shape_coverage_95_seed_min": 0.15009765625, "shape_coverage_95_seed_max": 0.1945638020833333, "shape_width_95_seed_mean": 0.3089606662591298, "shape_width_95_seed_min": 0.2963480949401855, "shape_width_95_seed_max": 0.3199105858802795, "log_amplitude_coverage_95_seed_mean": 0.3854166666666667, "log_amplitude_coverage_95_seed_min": 0.3515625, "log_amplitude_coverage_95_seed_max": 0.421875, "log_amplitude_width_95_seed_mean": 0.920759121576945, "log_amplitude_width_95_seed_min": 0.9164566397666932, "log_amplitude_width_95_seed_max": 0.9255260229110718, "semantic_prediction_route": "direct_semantically_supervised_shape_logA_head"}, {"arm": "distribution_randomized_generator", "modality": "eeg",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1.0173998523467829, "shape_rmse_seed_min": 0.9869664173692634, "shape_rmse_seed_max": 1.0570802982951977, "log_amplitude_squared_error_seed_mean": 0.3888462163381094, "log_amplitude_squared_error_seed_min": 0.3283214166369039, "log_amplitude_squared_error_seed_max": 0.4515123856468624, "source_rmse_seed_mean": 0.0270065820076232, "source_rmse_seed_min": 0.0266566889163569, "source_rmse_seed_max": 0.0276673787257438, "shape_crps_seed_mean": 0.5013136984941916, "shape_crps_seed_min": 0.44503377437098, "shape_crps_seed_max": 0.5343093787592503, "shape_nll_seed_mean": 24.569736268612903, "shape_nll_seed_min": 15.370757083092272, "shape_nll_seed_max": 32.579682852256035, "log_amplitude_crps_seed_mean": 0.4979029575203831, "log_amplitude_crps_seed_min": 0.4387546795440766, "log_amplitude_crps_seed_max": 0.5598752711828142, "log_amplitude_nll_seed_mean": 31.084051679944302, "log_amplitude_nll_seed_min": 15.072520003062106, "log_amplitude_nll_seed_max": 44.4449598489996, "reconstruction_mse_seed_mean": 0.1990830099961953, "reconstruction_mse_seed_min": 0.1589734704318048, "reconstruction_mse_seed_max": 0.2297250563634649, "reconstruction_native_mse_seed_mean": 1.0187425871930734e-05, "reconstruction_native_mse_seed_min": 7.988055129746063e-06, "reconstruction_native_mse_seed_max": 1.1959450737095263e-05, "source_support_seed_mean": 120.0, "source_support_seed_min": 120.0, "source_support_seed_max": 120.0, "observation_support_seed_mean": 3600.0, "observation_support_seed_min": 3600.0, "observation_support_seed_max": 3600.0, "uncertainty_score_seed_mean": 0.22048759565223, "uncertainty_score_seed_min": 0.1824038103222847, "uncertainty_score_seed_max": 0.2724569464917294, "shape_coverage_50_seed_mean": 0.0707031249999999, "shape_coverage_50_seed_min": 0.0315104166666666, "shape_coverage_50_seed_max": 0.1376627604166666, "shape_width_50_seed_mean": 0.1970435512862119, "shape_width_50_seed_min": 0.1568060261305315, "shape_width_50_seed_max": 0.2764938788518823, "log_amplitude_coverage_50_seed_mean": 0.0338541666666666, "log_amplitude_coverage_50_seed_min": 0.015625, "log_amplitude_coverage_50_seed_max": 0.046875, "log_amplitude_width_50_seed_mean": 0.1003896887923474, "log_amplitude_width_50_seed_min": 0.0882282458769623, "log_amplitude_width_50_seed_max": 0.1218958715471671, "shape_coverage_80_seed_mean": 0.1342122395833333, "shape_coverage_80_seed_min": 0.0722981770833333, "shape_coverage_80_seed_max": 0.2440104166666666, "shape_width_80_seed_mean": 0.3743889115713601, "shape_width_80_seed_min": 0.2979363550588459, "shape_width_80_seed_max": 0.525347019299564, "log_amplitude_coverage_80_seed_mean": 0.0729166666666666, "log_amplitude_coverage_80_seed_min": 0.02734375, "log_amplitude_coverage_80_seed_max": 0.12109375, "log_amplitude_width_80_seed_mean": 0.1907435493000472, "log_amplitude_width_80_seed_min": 0.1676364271552302, "log_amplitude_width_80_seed_max": 0.2316059694276191, "shape_coverage_95_seed_mean": 0.2291558159722222, "shape_coverage_95_seed_min": 0.1466471354166666, "shape_coverage_95_seed_max": 0.3918294270833333, "shape_width_95_seed_mean": 0.5725784296052653, "shape_width_95_seed_min": 0.4556543343278463, "shape_width_95_seed_max": 0.8034489325189498, "log_amplitude_coverage_95_seed_mean": 0.1145833333333333, "log_amplitude_coverage_95_seed_min": 0.0546875, "log_amplitude_coverage_95_seed_max": 0.1875, "log_amplitude_width_95_seed_mean": 0.2917170848280269, "log_amplitude_width_95_seed_min": 0.2563777912291698, "log_amplitude_width_95_seed_max": 0.3542107628309168, "semantic_prediction_route": "direct_semantically_supervised_shape_logA_head"}, {"arm": "observation_only_capacity_matched", "modality": "eeg",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1.054079887853297, "shape_rmse_seed_min": 1.0211840346853345, "shape_rmse_seed_max": 1.099651319697042, "log_amplitude_squared_error_seed_mean": 0.6495845386159994, "log_amplitude_squared_error_seed_min": 0.5668120411327393, "log_amplitude_squared_error_seed_max": 0.7164564848345154, "source_rmse_seed_mean": 0.0449040368488498, "source_rmse_seed_min": 0.0426380040303982, "source_rmse_seed_max": 0.047270814547775, "shape_crps_seed_mean": 0.6425692369589115, "shape_crps_seed_min": 0.6193862436621609, "shape_crps_seed_max": 0.671456066896038, "shape_nll_seed_mean": 1.588778994607474, "shape_nll_seed_min": 1.5569622629123758, "shape_nll_seed_max": 1.6304116453658928, "log_amplitude_crps_seed_mean": 0.4478961730785233, "log_amplitude_crps_seed_min": 0.4199757677433159, "log_amplitude_crps_seed_max": 0.4693731737270421, "log_amplitude_nll_seed_mean": 1.2029505050730172, "log_amplitude_nll_seed_min": 1.139215642948768, "log_amplitude_nll_seed_max": 1.2523145792114132, "reconstruction_mse_seed_mean": 0.0594846649405406, "reconstruction_mse_seed_min": 0.0556046165476249, "reconstruction_mse_seed_max": 0.062490137581042, "reconstruction_native_mse_seed_mean": 3.0931092871922697e-06, "reconstruction_native_mse_seed_min": 2.9810557168219625e-06, "reconstruction_native_mse_seed_max": 3.1826123902384424e-06, "source_support_seed_mean": 120.0, "source_support_seed_min": 120.0, "source_support_seed_max": 120.0, "observation_support_seed_mean": 3600.0, "observation_support_seed_min": 3600.0, "observation_support_seed_max": 3600.0, "uncertainty_score_seed_mean": 2.033602515856425, "uncertainty_score_seed_min": 1.9363960027694704, "uncertainty_score_seed_max": 2.1415181159973145, "shape_coverage_50_seed_mean": 0.6060004340277778, "shape_coverage_50_seed_min": 0.6017578125, "shape_coverage_50_seed_max": 0.60888671875, "shape_width_50_seed_mean": 1.646396557490031, "shape_width_50_seed_min": 1.559162139892578, "shape_width_50_seed_max": 1.735822081565857, "log_amplitude_coverage_50_seed_mean": 0.52734375, "log_amplitude_coverage_50_seed_min": 0.49609375, "log_amplitude_coverage_50_seed_max": 0.5625, "log_amplitude_width_50_seed_mean": 1.0968916018803914, "log_amplitude_width_50_seed_min": 1.052996277809143, "log_amplitude_width_50_seed_max": 1.1530420780181885, "shape_coverage_80_seed_mean": 0.8384331597222223, "shape_coverage_80_seed_min": 0.8321940104166667, "shape_coverage_80_seed_max": 0.84375, "shape_width_80_seed_mean": 3.1282049814860025, "shape_width_80_seed_min": 2.9624569416046143, "shape_width_80_seed_max": 3.2981162071228027, "log_amplitude_coverage_80_seed_mean": 0.8203125, "log_amplitude_coverage_80_seed_min": 0.80078125, "log_amplitude_coverage_80_seed_max": 0.83984375, "log_amplitude_width_80_seed_mean": 2.0841283798217773, "log_amplitude_width_80_seed_min": 2.000725746154785, "log_amplitude_width_80_seed_max": 2.190816164016724, "shape_coverage_95_seed_mean": 0.9435546875000002, "shape_coverage_95_seed_min": 0.93916015625, "shape_coverage_95_seed_max": 0.94990234375, "shape_width_95_seed_mean": 4.784176667531331, "shape_width_95_seed_min": 4.530686855316162, "shape_width_95_seed_max": 5.044033527374268, "log_amplitude_coverage_95_seed_mean": 0.95703125, "log_amplitude_coverage_95_seed_min": 0.94921875, "log_amplitude_coverage_95_seed_max": 0.96875, "log_amplitude_width_95_seed_mean": 3.1873993078867597, "log_amplitude_width_95_seed_min": 3.0598461627960205, "log_amplitude_width_95_seed_max": 3.3505640029907227, "semantic_prediction_route": "frozen_all_code_features_to_training_truth_ridge"}, {"arm": "point_restricted_generator", "modality": "eeg",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0.0491111401386284, "log_amplitude_squared_error_seed_min": 0.0477438149065403, "log_amplitude_squared_error_seed_max": 0.0499640559825112, "source_rmse_seed_mean": 0.0053010175423827, "source_rmse_seed_min": 0.0052333023026555, "source_rmse_seed_max": 0.0053382185133622,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0.134993617452432, "log_amplitude_crps_seed_min": 0.1329311438265404, "log_amplitude_crps_seed_max": 0.1364737472139599, "log_amplitude_nll_seed_mean": 0.2939343965349243, "log_amplitude_nll_seed_min": 0.2555651563247856, "log_amplitude_nll_seed_max": 0.3324176118084595,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0.29296875, "log_amplitude_coverage_50_seed_min": 0.28515625, "log_amplitude_coverage_50_seed_max": 0.30078125,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0.52734375, "log_amplitude_coverage_80_seed_min": 0.50390625, "log_amplitude_coverage_80_seed_max": 0.546875,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0.7278645833333334, "log_amplitude_coverage_95_seed_min": 0.72265625, "log_amplitude_coverage_95_seed_max": 0.734375, "log_amplitude_width_95_seed_mean": 0.5201744039853414, "log_amplitude_width_95_seed_min": 0.5161455869674683, "log_amplitude_width_95_seed_max": 0.5244001150131226, "semantic_prediction_route": "direct_semantically_supervised_shape_logA_head"}, {"arm": "point_randomized_generator", "modality": "eeg",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0.0435201015676123, "log_amplitude_squared_error_seed_min": 0.0412602551537327, "log_amplitude_squared_error_seed_max": 0.0464691368642723, "source_rmse_seed_mean": 0.0050642689959644, "source_rmse_seed_min": 0.0050105999497843, "source_rmse_seed_max": 0.0051462283890272,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0.1184330955391304, "log_amplitude_crps_seed_min": 0.1153799166407196, "log_amplitude_crps_seed_max": 0.1222696669207082, "log_amplitude_nll_seed_mean": -0.1353260196425803, "log_amplitude_nll_seed_min": -0.1569471825991914, "log_amplitude_nll_seed_max": -0.1086579039667789,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0.55078125, "log_amplitude_coverage_50_seed_min": 0.52734375, "log_amplitude_coverage_50_seed_max": 0.5703125,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0.84375, "log_amplitude_coverage_80_seed_min": 0.82421875, "log_amplitude_coverage_80_seed_max": 0.859375,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0.9739583333333334, "log_amplitude_coverage_95_seed_min": 0.96484375, "log_amplitude_coverage_95_seed_max": 0.98046875, "log_amplitude_width_95_seed_mean": 0.920759121576945, "log_amplitude_width_95_seed_min": 0.9164566397666932, "log_amplitude_width_95_seed_max": 0.9255260229110718, "semantic_prediction_route": "direct_semantically_supervised_shape_logA_head"}, {"arm": "distribution_randomized_generator", "modality": "eeg",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0.0406592320987299, "log_amplitude_squared_error_seed_min": 0.0404064041135903, "log_amplitude_squared_error_seed_max": 0.0408889636101109, "source_rmse_seed_mean": 0.0046840665186966, "source_rmse_seed_min": 0.0046631968428571, "source_rmse_seed_max": 0.0047066946082974,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0.1135785161075886, "log_amplitude_crps_seed_min": 0.1135151684324343, "log_amplitude_crps_seed_max": 0.1136173028040743, "log_amplitude_nll_seed_mean": -0.1956146262495058, "log_amplitude_nll_seed_min": -0.2144622860056018, "log_amplitude_nll_seed_max": -0.1624714046683532,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0.515625, "log_amplitude_coverage_50_seed_min": 0.50390625, "log_amplitude_coverage_50_seed_max": 0.5234375,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0.8216145833333334, "log_amplitude_coverage_80_seed_min": 0.79296875, "log_amplitude_coverage_80_seed_max": 0.8515625,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0.9778645833333334, "log_amplitude_coverage_95_seed_min": 0.97265625, "log_amplitude_coverage_95_seed_max": 0.984375, "log_amplitude_width_95_seed_mean": 0.8828303887858056, "log_amplitude_width_95_seed_min": 0.8619915515300818, "log_amplitude_width_95_seed_max": 0.9147623134194872, "semantic_prediction_route": "direct_semantically_supervised_shape_logA_head"}, {"arm": "observation_only_capacity_matched", "modality": "eeg",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1.054079887853297, "shape_rmse_seed_min": 1.0211840346853345, "shape_rmse_seed_max": 1.099651319697042, "log_amplitude_squared_error_seed_mean": 1.2291710414964725, "log_amplitude_squared_error_seed_min": 1.1770031690409972, "log_amplitude_squared_error_seed_max": 1.2861093060595037, "source_rmse_seed_mean": 0.057772588121912, "source_rmse_seed_min": 0.0555966344765082, "source_rmse_seed_max": 0.0600800071895604, "shape_crps_seed_mean": 0.6425692369589115, "shape_crps_seed_min": 0.6193862436621609, "shape_crps_seed_max": 0.671456066896038, "shape_nll_seed_mean": 1.588778994607474, "shape_nll_seed_min": 1.5569622629123758, "shape_nll_seed_max": 1.6304116453658928, "log_amplitude_crps_seed_mean": 0.6503260260081688, "log_amplitude_crps_seed_min": 0.6402519199808705, "log_amplitude_crps_seed_max": 0.6687266317729024, "log_amplitude_nll_seed_mean": 1.6458941346100655, "log_amplitude_nll_seed_min": 1.599935847993438, "log_amplitude_nll_seed_max": 1.726600277496102, "reconstruction_mse_seed_mean": 0.0594846649405406, "reconstruction_mse_seed_min": 0.0556046165476249, "reconstruction_mse_seed_max": 0.062490137581042, "reconstruction_native_mse_seed_mean": 3.0931092871922697e-06, "reconstruction_native_mse_seed_min": 2.9810557168219625e-06, "reconstruction_native_mse_seed_max": 3.1826123902384424e-06, "source_support_seed_mean": 120.0, "source_support_seed_min": 120.0, "source_support_seed_max": 120.0, "observation_support_seed_mean": 3600.0, "observation_support_seed_min": 3600.0, "observation_support_seed_max": 3600.0, "uncertainty_score_seed_mean": 2.033602515856425, "uncertainty_score_seed_min": 1.9363960027694704, "uncertainty_score_seed_max": 2.1415181159973145, "shape_coverage_50_seed_mean": 0.6060004340277778, "shape_coverage_50_seed_min": 0.6017578125, "shape_coverage_50_seed_max": 0.60888671875, "shape_width_50_seed_mean": 1.646396557490031, "shape_width_50_seed_min": 1.559162139892578, "shape_width_50_seed_max": 1.735822081565857, "log_amplitude_coverage_50_seed_mean": 0.3307291666666667, "log_amplitude_coverage_50_seed_min": 0.30859375, "log_amplitude_coverage_50_seed_max": 0.35546875, "log_amplitude_width_50_seed_mean": 1.0968916018803914, "log_amplitude_width_50_seed_min": 1.052996277809143, "log_amplitude_width_50_seed_max": 1.1530420780181885, "shape_coverage_80_seed_mean": 0.8384331597222223, "shape_coverage_80_seed_min": 0.8321940104166667, "shape_coverage_80_seed_max": 0.84375, "shape_width_80_seed_mean": 3.1282049814860025, "shape_width_80_seed_min": 2.9624569416046143, "shape_width_80_seed_max": 3.2981162071228027, "log_amplitude_coverage_80_seed_mean": 0.6171875, "log_amplitude_coverage_80_seed_min": 0.56640625, "log_amplitude_coverage_80_seed_max": 0.6640625, "log_amplitude_width_80_seed_mean": 2.0841283798217773, "log_amplitude_width_80_seed_min": 2.000725746154785, "log_amplitude_width_80_seed_max": 2.190816164016724, "shape_coverage_95_seed_mean": 0.9435546875000002, "shape_coverage_95_seed_min": 0.93916015625, "shape_coverage_95_seed_max": 0.94990234375, "shape_width_95_seed_mean": 4.784176667531331, "shape_width_95_seed_min": 4.530686855316162, "shape_width_95_seed_max": 5.044033527374268, "log_amplitude_coverage_95_seed_mean": 0.8502604166666666, "log_amplitude_coverage_95_seed_min": 0.82421875, "log_amplitude_coverage_95_seed_max": 0.8671875, "log_amplitude_width_95_seed_mean": 3.1873993078867597, "log_amplitude_width_95_seed_min": 3.0598461627960205, "log_amplitude_width_95_seed_max": 3.3505640029907227, "semantic_prediction_route": "frozen_all_code_features_to_training_truth_ridge"}, {"arm": "point_restricted_generator", "modality": "eeg",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0.0583340818393907, "shape_rmse_seed_min": 0.0566477343064905, "shape_rmse_seed_max": 0.0616052312076605, "log_amplitude_squared_error_seed_mean": 0.6240656286950658, "log_amplitude_squared_error_seed_min": 0.6147383728098025, "log_amplitude_squared_error_seed_max": 0.6309410615125381, "source_rmse_seed_mean": 0.0295581386565124, "source_rmse_seed_min": 0.0293976610628233, "source_rmse_seed_max": 0.029699229211485, "shape_crps_seed_mean": 0.0352015452810115, "shape_crps_seed_min": 0.0342216959947715, "shape_crps_seed_max": 0.0370974860453619, "shape_nll_seed_mean": -1.021097058458771, "shape_nll_seed_min": -1.0330838891561145, "shape_nll_seed_max": -1.012233592577589, "log_amplitude_crps_seed_mean": 0.6864965965253083, "log_amplitude_crps_seed_min": 0.680780997720628, "log_amplitude_crps_seed_max": 0.6914082322294849, "log_amplitude_nll_seed_mean": 16.621853237042036, "log_amplitude_nll_seed_min": 16.36706013999187, "log_amplitude_nll_seed_max": 17.0872774371707, "reconstruction_mse_seed_mean": 0.0849680340386594, "reconstruction_mse_seed_min": 0.0847656889110854, "reconstruction_mse_seed_max": 0.0851421451516254, "reconstruction_native_mse_seed_mean": 3.3515296845491223e-06, "reconstruction_native_mse_seed_min": 3.3412370656173773e-06, "reconstruction_native_mse_seed_max": 3.360891184327531e-06, "source_support_seed_mean": 120.0, "source_support_seed_min": 120.0, "source_support_seed_max": 120.0, "observation_support_seed_mean": 3600.0, "observation_support_seed_min": 3600.0, "observation_support_seed_max": 3600.0, "uncertainty_score_seed_mean": 0.1789804051319758, "uncertainty_score_seed_min": 0.1771476119756698, "uncertainty_score_seed_max": 0.1816112995147705, "shape_coverage_50_seed_mean": 0.4978298611111111, "shape_coverage_50_seed_min": 0.4911783854166666, "shape_coverage_50_seed_max": 0.5076171875, "shape_width_50_seed_mean": 0.0624313317239284, "shape_width_50_seed_min": 0.0599005073308944, "shape_width_50_seed_max": 0.0673668161034584, "log_amplitude_coverage_50_seed_mean": 0.0, "log_amplitude_coverage_50_seed_min": 0.0, "log_amplitude_coverage_50_seed_max": 0.0, "log_amplitude_width_50_seed_mean": 0.1790095567703247, "log_amplitude_width_50_seed_min": 0.1776230931282043, "log_amplitude_width_50_seed_max": 0.1804637610912323, "shape_coverage_80_seed_mean": 0.7480360243055557, "shape_coverage_80_seed_min": 0.7434244791666667, "shape_coverage_80_seed_max": 0.7540690104166667, "shape_width_80_seed_mean": 0.1186214809616406, "shape_width_80_seed_min": 0.1138128340244293, "shape_width_80_seed_max": 0.1279990524053573, "log_amplitude_coverage_80_seed_mean": 0.0, "log_amplitude_coverage_80_seed_min": 0.0, "log_amplitude_coverage_80_seed_max": 0.0, "log_amplitude_width_80_seed_mean": 0.3401237626870473, "log_amplitude_width_80_seed_min": 0.3374894559383392, "log_amplitude_width_80_seed_max": 0.3428868055343628, "shape_coverage_95_seed_mean": 0.8735568576388889, "shape_coverage_95_seed_min": 0.8712239583333333, "shape_coverage_95_seed_max": 0.8765624999999999, "shape_width_95_seed_mean": 0.1814159005880355, "shape_width_95_seed_min": 0.1740617156028747, "shape_width_95_seed_max": 0.195757657289505, "log_amplitude_coverage_95_seed_mean": 0.00390625, "log_amplitude_coverage_95_seed_min": 0.00390625, "log_amplitude_coverage_95_seed_max": 0.00390625, "log_amplitude_width_95_seed_mean": 0.5201744039853414, "log_amplitude_width_95_seed_min": 0.5161455869674683, "log_amplitude_width_95_seed_max": 0.5244001150131226, "semantic_prediction_route": "direct_semantically_supervised_shape_logA_head"}, {"arm": "point_randomized_generator", "modality": "eeg",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0.0726269887148038, "shape_rmse_seed_min": 0.0708642185522885, "shape_rmse_seed_max": 0.0750033978881932, "log_amplitude_squared_error_seed_mean": 0.5857496688393673, "log_amplitude_squared_error_seed_min": 0.5636460087514535, "log_amplitude_squared_error_seed_max": 0.6254823780546388, "source_rmse_seed_mean": 0.0295553117904254, "source_rmse_seed_min": 0.0290883652443356, "source_rmse_seed_max": 0.0299021235832288, "shape_crps_seed_mean": 0.0426659247229205, "shape_crps_seed_min": 0.0415899271064821, "shape_crps_seed_max": 0.0442274322461647, "shape_nll_seed_mean": -1.1093205907265655, "shape_nll_seed_min": -1.1342295329552143, "shape_nll_seed_max": -1.070857940975111, "log_amplitude_crps_seed_mean": 0.6070972728384043, "log_amplitude_crps_seed_min": 0.5933874239893796, "log_amplitude_crps_seed_max": 0.6331738089454746, "log_amplitude_nll_seed_mean": 4.778785816647798, "log_amplitude_nll_seed_min": 4.571003689567113, "log_amplitude_nll_seed_max": 5.143778177413612, "reconstruction_mse_seed_mean": 0.0689993060813447, "reconstruction_mse_seed_min": 0.068134762150117, "reconstruction_mse_seed_max": 0.0697226921827203, "reconstruction_native_mse_seed_mean": 3.415222556125764e-06, "reconstruction_native_mse_seed_min": 3.3630764266783454e-06, "reconstruction_native_mse_seed_max": 3.4625461200788214e-06, "source_support_seed_mean": 120.0, "source_support_seed_min": 120.0, "source_support_seed_max": 120.0, "observation_support_seed_mean": 3600.0, "observation_support_seed_min": 3600.0, "observation_support_seed_max": 3600.0, "uncertainty_score_seed_mean": 0.3137097954750061, "uncertainty_score_seed_min": 0.3117083013057709, "uncertainty_score_seed_max": 0.3163847327232361, "shape_coverage_50_seed_mean": 0.5742947048611112, "shape_coverage_50_seed_min": 0.5584635416666667, "shape_coverage_50_seed_max": 0.6002604166666666, "shape_width_50_seed_mean": 0.1063237885634104, "shape_width_50_seed_min": 0.1019833758473396, "shape_width_50_seed_max": 0.1100920289754867, "log_amplitude_coverage_50_seed_mean": 0.00390625, "log_amplitude_coverage_50_seed_min": 0.00390625, "log_amplitude_coverage_50_seed_max": 0.00390625, "log_amplitude_width_50_seed_mean": 0.316864271958669, "log_amplitude_width_50_seed_min": 0.315383642911911, "log_amplitude_width_50_seed_max": 0.3185047209262848, "shape_coverage_80_seed_mean": 0.8405924479166668, "shape_coverage_80_seed_min": 0.830078125, "shape_coverage_80_seed_max": 0.8566731770833335, "shape_width_80_seed_mean": 0.202018529176712, "shape_width_80_seed_min": 0.1937716156244278, "shape_width_80_seed_max": 0.2091782987117767, "log_amplitude_coverage_80_seed_mean": 0.0182291666666666, "log_amplitude_coverage_80_seed_min": 0.00390625, "log_amplitude_coverage_80_seed_max": 0.02734375, "log_amplitude_width_80_seed_mean": 0.6020520130793253, "log_amplitude_width_80_seed_min": 0.5992387533187866, "log_amplitude_width_80_seed_max": 0.6051689386367798, "shape_coverage_95_seed_mean": 0.9472005208333334, "shape_coverage_95_seed_min": 0.9411783854166668, "shape_coverage_95_seed_max": 0.95302734375, "shape_width_95_seed_mean": 0.3089606662591298, "shape_width_95_seed_min": 0.2963480949401855, "shape_width_95_seed_max": 0.3199105858802795, "log_amplitude_coverage_95_seed_mean": 0.08203125, "log_amplitude_coverage_95_seed_min": 0.07421875, "log_amplitude_coverage_95_seed_max": 0.0859375, "log_amplitude_width_95_seed_mean": 0.920759121576945, "log_amplitude_width_95_seed_min": 0.9164566397666932, "log_amplitude_width_95_seed_max": 0.9255260229110718, "semantic_prediction_route": "direct_semantically_supervised_shape_logA_head"}, {"arm": "distribution_randomized_generator", "modality": "eeg",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0.043345407701452, "shape_rmse_seed_min": 0.0422438201878353, "shape_rmse_seed_max": 0.0445476471234865, "log_amplitude_squared_error_seed_mean": 0.5738438450312887, "log_amplitude_squared_error_seed_min": 0.5709641147643831, "log_amplitude_squared_error_seed_max": 0.5787044839521298, "source_rmse_seed_mean": 0.0293450420566506, "source_rmse_seed_min": 0.029311240034009, "source_rmse_seed_max": 0.0293621676370956, "shape_crps_seed_mean": 0.0244598919845985, "shape_crps_seed_min": 0.0237475626743389, "shape_crps_seed_max": 0.0251419802107041, "shape_nll_seed_mean": -1.827641210908122, "shape_nll_seed_min": -1.8562497796005724, "shape_nll_seed_max": -1.8080724003588933, "log_amplitude_crps_seed_mean": 0.6061095942095768, "log_amplitude_crps_seed_min": 0.6008407691462425, "log_amplitude_crps_seed_max": 0.6108652684643137, "log_amplitude_nll_seed_mean": 7.796391005988141, "log_amplitude_nll_seed_min": 7.039169337114977, "log_amplitude_nll_seed_max": 8.248003412497066, "reconstruction_mse_seed_mean": 0.0683501899717723, "reconstruction_mse_seed_min": 0.0679395924793207, "reconstruction_mse_seed_max": 0.068946772443034, "reconstruction_native_mse_seed_mean": 3.37947521062477e-06, "reconstruction_native_mse_seed_min": 3.3478143722281525e-06, "reconstruction_native_mse_seed_max": 3.412702674522911e-06, "source_support_seed_mean": 120.0, "source_support_seed_min": 120.0, "source_support_seed_max": 120.0, "observation_support_seed_mean": 3600.0, "observation_support_seed_min": 3600.0, "observation_support_seed_max": 3600.0, "uncertainty_score_seed_mean": 0.2699985344176336, "uncertainty_score_seed_min": 0.266398400417529, "uncertainty_score_seed_max": 0.2755138811480719, "shape_coverage_50_seed_mean": 0.5418077256944444, "shape_coverage_50_seed_min": 0.5366861979166666, "shape_coverage_50_seed_max": 0.5466471354166667, "shape_width_50_seed_mean": 0.0604107656204481, "shape_width_50_seed_min": 0.0568620024640949, "shape_width_50_seed_max": 0.0627256069710711, "log_amplitude_coverage_50_seed_mean": 0.0, "log_amplitude_coverage_50_seed_min": 0.0, "log_amplitude_coverage_50_seed_max": 0.0, "log_amplitude_width_50_seed_mean": 0.30381171599826, "log_amplitude_width_50_seed_min": 0.2966403685568366, "log_amplitude_width_50_seed_max": 0.3148005682305665, "shape_coverage_80_seed_mean": 0.8289279513888888, "shape_coverage_80_seed_min": 0.82333984375, "shape_coverage_80_seed_max": 0.8330403645833333, "shape_width_80_seed_mean": 0.1147823445038941, "shape_width_80_seed_min": 0.1080395835034626, "shape_width_80_seed_max": 0.1191806154850686, "log_amplitude_coverage_80_seed_mean": 0.01953125, "log_amplitude_coverage_80_seed_min": 0.015625, "log_amplitude_coverage_80_seed_max": 0.0234375, "log_amplitude_width_80_seed_mean": 0.577251764528531, "log_amplitude_width_80_seed_min": 0.5636259801103733, "log_amplitude_width_80_seed_max": 0.598130928556202, "shape_coverage_95_seed_mean": 0.9511067708333334, "shape_coverage_95_seed_min": 0.9482096354166668, "shape_coverage_95_seed_max": 0.9545247395833332, "shape_width_95_seed_mean": 0.17554444736084, "shape_width_95_seed_min": 0.165232284314455, "shape_width_95_seed_max": 0.1822710223694836, "log_amplitude_coverage_95_seed_mean": 0.0963541666666666, "log_amplitude_coverage_95_seed_min": 0.08984375, "log_amplitude_coverage_95_seed_max": 0.1015625, "log_amplitude_width_95_seed_mean": 0.8828303887858056, "log_amplitude_width_95_seed_min": 0.8619915515300818, "log_amplitude_width_95_seed_max": 0.9147623134194872, "semantic_prediction_route": "direct_semantically_supervised_shape_logA_head"}, {"arm": "observation_only_capacity_matched", "modality": "hb",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0.1288298908085243, "shape_rmse_seed_min": 0.1218929144194163, "shape_rmse_seed_max": 0.1335390022195067, "log_amplitude_squared_error_seed_mean": 0.0495167345047825, "log_amplitude_squared_error_seed_min": 0.046746812058056, "log_amplitude_squared_error_seed_max": 0.0510591013974089, "source_rmse_seed_mean": 0.0059356849604564, "source_rmse_seed_min": 0.005850268933625, "source_rmse_seed_max": 0.0060138446535411, "shape_crps_seed_mean": 0.077958836029419, "shape_crps_seed_min": 0.0736402854378532, "shape_crps_seed_max": 0.0810055243085396, "shape_nll_seed_mean": -0.5277091206755267, "shape_nll_seed_min": -0.581988046311936, "shape_nll_seed_max": -0.4867143747802248, "log_amplitude_crps_seed_mean": 0.1256786228870682, "log_amplitude_crps_seed_min": 0.1224093868242643, "log_amplitude_crps_seed_max": 0.127431089632698, "log_amplitude_nll_seed_mean": -0.0767760908835322, "log_amplitude_nll_seed_min": -0.1018292643848954, "log_amplitude_nll_seed_max": -0.061480418778517, "reconstruction_mse_seed_mean": 4.723173570934482e-05, "reconstruction_mse_seed_min": 2.159931472440546e-06, "reconstruction_mse_seed_max": 0.0001145184900505, "reconstruction_native_mse_seed_mean": 5.083068271430126e-08, "reconstruction_native_mse_seed_min": 2.3195119541276434e-09, "reconstruction_native_mse_seed_max": 1.2290259028435504e-07, "source_support_seed_mean": 120.0, "source_support_seed_min": 120.0, "source_support_seed_max": 120.0, "observation_support_seed_mean": 240.0, "observation_support_seed_min": 240.0, "observation_support_seed_max": 240.0, "uncertainty_score_seed_mean": 0.400504320859909, "uncertainty_score_seed_min": 0.3901613354682922, "uncertainty_score_seed_max": 0.4137395322322845, "shape_coverage_50_seed_mean": 0.6094943576388888, "shape_coverage_50_seed_min": 0.59453125, "shape_coverage_50_seed_max": 0.61806640625, "shape_width_50_seed_mean": 0.2128166258335113, "shape_width_50_seed_min": 0.2016125470399856, "shape_width_50_seed_max": 0.2259806245565414, "log_amplitude_coverage_50_seed_mean": 0.55078125, "log_amplitude_coverage_50_seed_min": 0.53125, "log_amplitude_coverage_50_seed_max": 0.5703125, "log_amplitude_width_50_seed_mean": 0.3274555106957753, "log_amplitude_width_50_seed_min": 0.3247071206569671, "log_amplitude_width_50_seed_max": 0.3321455419063568, "shape_coverage_80_seed_mean": 0.8606119791666668, "shape_coverage_80_seed_min": 0.8501627604166666, "shape_coverage_80_seed_max": 0.8682617187499999, "shape_width_80_seed_mean": 0.4043582379817962, "shape_width_80_seed_min": 0.3830701410770416, "shape_width_80_seed_max": 0.429370254278183, "log_amplitude_coverage_80_seed_mean": 0.8268229166666666, "log_amplitude_coverage_80_seed_min": 0.8203125, "log_amplitude_coverage_80_seed_max": 0.83203125, "log_amplitude_width_80_seed_mean": 0.6221757133801779, "log_amplitude_width_80_seed_min": 0.6169536709785461, "log_amplitude_width_80_seed_max": 0.6310869455337524, "shape_coverage_95_seed_mean": 0.9607421874999998, "shape_coverage_95_seed_min": 0.9577799479166668, "shape_coverage_95_seed_max": 0.9642252604166668, "shape_width_95_seed_mean": 0.6184125741322836, "shape_width_95_seed_min": 0.58585524559021, "shape_width_95_seed_max": 0.6566651463508606, "log_amplitude_coverage_95_seed_mean": 0.9622395833333334, "log_amplitude_coverage_95_seed_min": 0.95703125, "log_amplitude_coverage_95_seed_max": 0.96484375, "log_amplitude_width_95_seed_mean": 0.9515356222788492, "log_amplitude_width_95_seed_min": 0.9435492157936096, "log_amplitude_width_95_seed_max": 0.9651641845703124, "semantic_prediction_route": "frozen_all_code_features_to_training_truth_ridge"}, {"arm": "point_restricted_generator", "modality": "hb",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0.0401229086924636, "log_amplitude_squared_error_seed_min": 0.0384023894951194, "log_amplitude_squared_error_seed_max": 0.0416010306434669, "source_rmse_seed_mean": 0.0060508576717816, "source_rmse_seed_min": 0.0059721820397021, "source_rmse_seed_max": 0.0061480437196301,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0.1267790921838617, "log_amplitude_crps_seed_min": 0.1236316077221851, "log_amplitude_crps_seed_max": 0.1294492442785774, "log_amplitude_nll_seed_mean": 0.7177794284180247, "log_amplitude_nll_seed_min": 0.561476393175415, "log_amplitude_nll_seed_max": 0.8014143403503272,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0.2447916666666666, "log_amplitude_coverage_50_seed_min": 0.234375, "log_amplitude_coverage_50_seed_max": 0.265625,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0.4166666666666667, "log_amplitude_coverage_80_seed_min": 0.41015625, "log_amplitude_coverage_80_seed_max": 0.421875,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0.6171875, "log_amplitude_coverage_95_seed_min": 0.58984375, "log_amplitude_coverage_95_seed_max": 0.64453125, "log_amplitude_width_95_seed_mean": 0.3806222975254059, "log_amplitude_width_95_seed_min": 0.3735705912113189, "log_amplitude_width_95_seed_max": 0.3885971009731293, "semantic_prediction_route": "direct_semantically_supervised_shape_logA_head"}, {"arm": "point_randomized_generator", "modality": "hb",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0.0338637786697742, "log_amplitude_squared_error_seed_min": 0.0337509518865938, "log_amplitude_squared_error_seed_max": 0.0340704152408931, "source_rmse_seed_mean": 0.005039923247915, "source_rmse_seed_min": 0.0050071073646317, "source_rmse_seed_max": 0.0050804022478997,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0.1047902385496273, "log_amplitude_crps_seed_min": 0.1045289898380373, "log_amplitude_crps_seed_max": 0.1051733832211328, "log_amplitude_nll_seed_mean": -0.2647355478008735, "log_amplitude_nll_seed_min": -0.2666930225291021, "log_amplitude_nll_seed_max": -0.2620401834138864,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0.546875, "log_amplitude_coverage_50_seed_min": 0.52734375, "log_amplitude_coverage_50_seed_max": 0.5625,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0.8138020833333334, "log_amplitude_coverage_80_seed_min": 0.8046875, "log_amplitude_coverage_80_seed_max": 0.82421875,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0.98046875, "log_amplitude_coverage_95_seed_min": 0.97265625, "log_amplitude_coverage_95_seed_max": 0.98828125, "log_amplitude_width_95_seed_mean": 0.7957033713658651, "log_amplitude_width_95_seed_min": 0.7920500636100769, "log_amplitude_width_95_seed_max": 0.7984688878059387, "semantic_prediction_route": "direct_semantically_supervised_shape_logA_head"}, {"arm": "distribution_randomized_generator", "modality": "hb", "scenario": "baseline",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0.0324090625477645, "log_amplitude_squared_error_seed_min": 0.0314364735694883, "log_amplitude_squared_error_seed_max": 0.0330239134337771, "source_rmse_seed_mean": 0.0048374683359257, "source_rmse_seed_min": 0.0047755927971574, "source_rmse_seed_max": 0.0048901556539402,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0.102496240882727, "log_amplitude_crps_seed_min": 0.1011723759242988, "log_amplitude_crps_seed_max": 0.1036330641925296, "log_amplitude_nll_seed_mean": -0.292937062522754, "log_amplitude_nll_seed_min": -0.3049932901589565, "log_amplitude_nll_seed_max": -0.2841270325440704,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0.52734375, "log_amplitude_coverage_50_seed_min": 0.50390625, "log_amplitude_coverage_50_seed_max": 0.5390625,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0.8450520833333334, "log_amplitude_coverage_80_seed_min": 0.828125, "log_amplitude_coverage_80_seed_max": 0.87109375,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0.984375, "log_amplitude_coverage_95_seed_min": 0.98046875, "log_amplitude_coverage_95_seed_max": 0.98828125, "log_amplitude_width_95_seed_mean": 0.8051115636869023, "log_amplitude_width_95_seed_min": 0.8000236694933847, "log_amplitude_width_95_seed_max": 0.810058347415179, "semantic_prediction_route": "direct_semantically_supervised_shape_logA_head"}, {"arm": "observation_only_capacity_matched", "modality": "hb",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1.2293863757493633, "shape_rmse_seed_min": 1.2137239446187038, "shape_rmse_seed_max": 1.2411290175037069, "log_amplitude_squared_error_seed_mean": 0.6252050068601968, "log_amplitude_squared_error_seed_min": 0.616661740051579, "log_amplitude_squared_error_seed_max": 0.6312832414608909, "source_rmse_seed_mean": 0.0286667094270412, "source_rmse_seed_min": 0.028574430486043, "source_rmse_seed_max": 0.0287713271156781, "shape_crps_seed_mean": 0.7726320728661326, "shape_crps_seed_min": 0.7541297391825234, "shape_crps_seed_max": 0.7918051275506487, "shape_nll_seed_mean": 29.61644944157651, "shape_nll_seed_min": 26.24232953125309, "shape_nll_seed_max": 32.010415525516215, "log_amplitude_crps_seed_mean": 0.5801606981574898, "log_amplitude_crps_seed_min": 0.574685210807002, "log_amplitude_crps_seed_max": 0.5834537499429626, "log_amplitude_nll_seed_mean": 4.809277314215276, "log_amplitude_nll_seed_min": 4.723935156818971, "log_amplitude_nll_seed_max": 4.911379680304471, "reconstruction_mse_seed_mean": 1.5085665236603668e-05, "reconstruction_mse_seed_min": 1.9645049454029302e-06, "reconstruction_mse_seed_max": 2.5421771476128453e-05, "reconstruction_native_mse_seed_mean": 1.4809830828689076e-08, "reconstruction_native_mse_seed_min": 1.632885240696732e-09, "reconstruction_native_mse_seed_max": 2.561536479958352e-08, "source_support_seed_mean": 120.0, "source_support_seed_min": 120.0, "source_support_seed_max": 120.0, "observation_support_seed_mean": 240.0, "observation_support_seed_min": 240.0, "observation_support_seed_max": 240.0, "uncertainty_score_seed_mean": 0.400504320859909, "uncertainty_score_seed_min": 0.3901613354682922, "uncertainty_score_seed_max": 0.4137395322322845, "shape_coverage_50_seed_mean": 0.0610785590277777, "shape_coverage_50_seed_min": 0.05615234375, "shape_coverage_50_seed_max": 0.07080078125, "shape_width_50_seed_mean": 0.2128166258335113, "shape_width_50_seed_min": 0.2016125470399856, "shape_width_50_seed_max": 0.2259806245565414, "log_amplitude_coverage_50_seed_mean": 0.0729166666666666, "log_amplitude_coverage_50_seed_min": 0.06640625, "log_amplitude_coverage_50_seed_max": 0.078125, "log_amplitude_width_50_seed_mean": 0.3274555106957753, "log_amplitude_width_50_seed_min": 0.3247071206569671, "log_amplitude_width_50_seed_max": 0.3321455419063568, "shape_coverage_80_seed_mean": 0.1184244791666666, "shape_coverage_80_seed_min": 0.1094075520833333, "shape_coverage_80_seed_max": 0.1353515625, "shape_width_80_seed_mean": 0.4043582379817962, "shape_width_80_seed_min": 0.3830701410770416, "shape_width_80_seed_max": 0.429370254278183, "log_amplitude_coverage_80_seed_mean": 0.1848958333333333, "log_amplitude_coverage_80_seed_min": 0.1796875, "log_amplitude_coverage_80_seed_max": 0.1875, "log_amplitude_width_80_seed_mean": 0.6221757133801779, "log_amplitude_width_80_seed_min": 0.6169536709785461, "log_amplitude_width_80_seed_max": 0.6310869455337524, "shape_coverage_95_seed_mean": 0.184841579861111, "shape_coverage_95_seed_min": 0.1722005208333333, "shape_coverage_95_seed_max": 0.20712890625, "shape_width_95_seed_mean": 0.6184125741322836, "shape_width_95_seed_min": 0.58585524559021, "shape_width_95_seed_max": 0.6566651463508606, "log_amplitude_coverage_95_seed_mean": 0.3229166666666667, "log_amplitude_coverage_95_seed_min": 0.31640625, "log_amplitude_coverage_95_seed_max": 0.33203125, "log_amplitude_width_95_seed_mean": 0.9515356222788492, "log_amplitude_width_95_seed_min": 0.9435492157936096, "log_amplitude_width_95_seed_max": 0.9651641845703124, "semantic_prediction_route": "frozen_all_code_features_to_training_truth_ridge"}, {"arm": "point_restricted_generator", "modality": "hb",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1.0444132102538282, "shape_rmse_seed_min": 1.0416943258136078, "shape_rmse_seed_max": 1.0484858612091794, "log_amplitude_squared_error_seed_mean": 0.8102745469717528, "log_amplitude_squared_error_seed_min": 0.7462939735497309, "log_amplitude_squared_error_seed_max": 0.8443803020169829, "source_rmse_seed_mean": 0.0272630819712416, "source_rmse_seed_min": 0.02723579624517, "source_rmse_seed_max": 0.0273071447096157, "shape_crps_seed_mean": 0.5173643863643621, "shape_crps_seed_min": 0.5030773346430881, "shape_crps_seed_max": 0.5295326104794791, "shape_nll_seed_mean": 162.22081112048537, "shape_nll_seed_min": 156.48042558572484, "shape_nll_seed_max": 165.98482691961496, "log_amplitude_crps_seed_mean": 0.7812159948289409, "log_amplitude_crps_seed_min": 0.739488951053141, "log_amplitude_crps_seed_max": 0.8028681209448894, "log_amplitude_nll_seed_mean": 41.5810976522837, "log_amplitude_nll_seed_min": 38.35460587460638, "log_amplitude_nll_seed_max": 44.82094804786328, "reconstruction_mse_seed_mean": 3.80199490770302e-05, "reconstruction_mse_seed_min": 2.6482624669919315e-05, "reconstruction_mse_seed_max": 4.734683282775732e-05, "reconstruction_native_mse_seed_mean": 4.9569449860341615e-08, "reconstruction_native_mse_seed_min": 2.359136710534421e-08, "reconstruction_native_mse_seed_max": 7.130699966133597e-08,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0.0519748263888888, "shape_coverage_50_seed_min": 0.0484049479166666, "shape_coverage_50_seed_max": 0.055859375, "shape_width_50_seed_mean": 0.0778129075964291, "shape_width_50_seed_min": 0.0768165737390518, "shape_width_50_seed_max": 0.0795066580176353, "log_amplitude_coverage_50_seed_mean": 0.0013020833333333, "log_amplitude_coverage_50_seed_min": 0.0, "log_amplitude_coverage_50_seed_max": 0.00390625, "log_amplitude_width_50_seed_mean": 0.1309849719206492, "log_amplitude_width_50_seed_min": 0.1285582482814788, "log_amplitude_width_50_seed_max": 0.1337293684482574, "shape_coverage_80_seed_mean": 0.0975585937499999, "shape_coverage_80_seed_min": 0.0901041666666666, "shape_coverage_80_seed_max": 0.1024088541666666, "shape_width_80_seed_mean": 0.147846962014834, "shape_width_80_seed_min": 0.145953893661499, "shape_width_80_seed_max": 0.1510651409626007, "log_amplitude_coverage_80_seed_mean": 0.0052083333333333, "log_amplitude_coverage_80_seed_min": 0.00390625, "log_amplitude_coverage_80_seed_max": 0.0078125, "log_amplitude_width_80_seed_mean": 0.248875543475151, "log_amplitude_width_80_seed_min": 0.2442646771669387, "log_amplitude_width_80_seed_max": 0.2540899813175201, "shape_coverage_95_seed_mean": 0.14697265625, "shape_coverage_95_seed_min": 0.1369466145833333, "shape_coverage_95_seed_max": 0.1519856770833333, "shape_width_95_seed_mean": 0.2261124153931935, "shape_width_95_seed_min": 0.2232172042131424, "shape_width_95_seed_max": 0.2310342043638229, "log_amplitude_coverage_95_seed_mean": 0.0143229166666666, "log_amplitude_coverage_95_seed_min": 0.00390625, "log_amplitude_coverage_95_seed_max": 0.03125, "log_amplitude_width_95_seed_mean": 0.3806222975254059, "log_amplitude_width_95_seed_min": 0.3735705912113189, "log_amplitude_width_95_seed_max": 0.3885971009731293, "semantic_prediction_route": "direct_semantically_supervised_shape_logA_head"}, {"arm": "point_randomized_generator", "modality": "hb",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1.113138133667187, "shape_rmse_seed_min": 1.1034764641149757, "shape_rmse_seed_max": 1.119888213518732, "log_amplitude_squared_error_seed_mean": 0.6703011794058892, "log_amplitude_squared_error_seed_min": 0.6175045848656968, "log_amplitude_squared_error_seed_max": 0.7659917985736913, "source_rmse_seed_mean": 0.0276893046713905, "source_rmse_seed_min": 0.0276433893103209, "source_rmse_seed_max": 0.0277414462964782, "shape_crps_seed_mean": 0.5956368913217375, "shape_crps_seed_min": 0.5768202631920454, "shape_crps_seed_max": 0.6164713622135121, "shape_nll_seed_mean": 35.55564295197578, "shape_nll_seed_min": 33.94656293137231, "shape_nll_seed_max": 38.231227079903086, "log_amplitude_crps_seed_mean": 0.6224277837478783, "log_amplitude_crps_seed_min": 0.593120440190895, "log_amplitude_crps_seed_max": 0.6809154406931524, "log_amplitude_nll_seed_mean": 7.454152121065669, "log_amplitude_nll_seed_min": 6.882159267244699, "log_amplitude_nll_seed_max": 8.558499554303076, "reconstruction_mse_seed_mean": 0.0003001761133223, "reconstruction_mse_seed_min": 0.0002446197975476, "reconstruction_mse_seed_max": 0.0003788851425771, "reconstruction_native_mse_seed_mean": 4.009789422964771e-07, "reconstruction_native_mse_seed_min": 2.939896712976769e-07, "reconstruction_native_mse_seed_max": 5.017979556947838e-07,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0.1145290798611111, "shape_coverage_50_seed_min": 0.0947916666666666, "shape_coverage_50_seed_max": 0.1328125, "shape_width_50_seed_mean": 0.1756202081839243, "shape_width_50_seed_min": 0.1697242259979248, "shape_width_50_seed_max": 0.1792287975549698, "log_amplitude_coverage_50_seed_mean": 0.0729166666666666, "log_amplitude_coverage_50_seed_min": 0.01953125, "log_amplitude_coverage_50_seed_max": 0.10546875, "log_amplitude_width_50_seed_mean": 0.2738283673922221, "log_amplitude_width_50_seed_min": 0.2725711464881897, "log_amplitude_width_50_seed_max": 0.2747800648212433, "shape_coverage_80_seed_mean": 0.2069010416666666, "shape_coverage_80_seed_min": 0.1796549479166666, "shape_coverage_80_seed_max": 0.2364908854166666, "shape_width_80_seed_mean": 0.3336838781833648, "shape_width_80_seed_min": 0.3224813342094421, "shape_width_80_seed_max": 0.3405403196811676, "log_amplitude_coverage_80_seed_mean": 0.16015625, "log_amplitude_coverage_80_seed_min": 0.12890625, "log_amplitude_coverage_80_seed_max": 0.1796875, "log_amplitude_width_80_seed_mean": 0.5202824870745341, "log_amplitude_width_80_seed_min": 0.5178937315940857, "log_amplitude_width_80_seed_max": 0.5220907330513, "shape_coverage_95_seed_mean": 0.2970594618055555, "shape_coverage_95_seed_min": 0.2671549479166666, "shape_coverage_95_seed_max": 0.3337890624999999, "shape_width_95_seed_mean": 0.5103254715601603, "shape_width_95_seed_min": 0.4931926727294922, "shape_width_95_seed_max": 0.5208114981651306, "log_amplitude_coverage_95_seed_mean": 0.2447916666666666, "log_amplitude_coverage_95_seed_min": 0.203125, "log_amplitude_coverage_95_seed_max": 0.2734375, "log_amplitude_width_95_seed_mean": 0.7957033713658651, "log_amplitude_width_95_seed_min": 0.7920500636100769, "log_amplitude_width_95_seed_max": 0.7984688878059387, "semantic_prediction_route": "direct_semantically_supervised_shape_logA_head"}, {"arm": "distribution_randomized_generator", "modality": "hb", "scenario": "non_dct_impulse", "variant": "intervention", "optimization_seed_count": 3, "optimization_seeds": "101|202|303", "unique_evaluation_base_ids": 256, "cases_per_seed_min": 256, "cases_per_seed_max": 256, "independence_unit": "shared_base_identity_not_optimization_seed", "shape_rmse_seed_mean": 1.081511079396565, "shape_rmse_seed_min": 1.0769913394082713, "shape_rmse_seed_max": 1.0873948172552828, "log_amplitude_squared_error_seed_mean": 0.6920174653204653, "log_amplitude_squared_error_seed_min": 0.6517619727845626, "log_amplitude_squared_error_seed_max": 0.7513363148733515, "source_rmse_seed_mean": 0.0276096056296144, "source_rmse_seed_min": 0.0275532322980875, "source_rmse_seed_max": 0.0276787836152062, "shape_crps_seed_mean": 0.4973750257767228, "shape_crps_seed_min": 0.4910788176681308, "shape_crps_seed_max": 0.5031772896810708, "shape_nll_seed_mean": 5.481106911242306, "shape_nll_seed_min": 4.84810224743172, "shape_nll_seed_max": 6.440754908542537, "log_amplitude_crps_seed_mean": 0.697379331454188, "log_amplitude_crps_seed_min": 0.6658912788429425, "log_amplitude_crps_seed_max": 0.7399960462097326, "log_amplitude_nll_seed_mean": 38.65858103976593, "log_amplitude_nll_seed_min": 30.31704094496213, "log_amplitude_nll_seed_max": 51.107104822968815, "reconstruction_mse_seed_mean": 0.0003367121917425, "reconstruction_mse_seed_min": 0.0002400303877831, "reconstruction_mse_seed_max": 0.0005214442005557, "reconstruction_native_mse_seed_mean": 5.818697070833812e-07, "reconstruction_native_mse_seed_min": 3.6969232896331474e-07, "reconstruction_native_mse_seed_max": 9.361778019766e-07, "source_support_seed_mean": 120.0, "source_support_seed_min": 120.0, "source_support_seed_max": 120.0, "observation_support_seed_mean": 240.0, "observation_support_seed_min": 240.0, "observation_support_seed_max": 240.0, "uncertainty_score_seed_mean": 0.4476465425492885, "uncertainty_score_seed_min": 0.3893705530790612, "uncertainty_score_seed_max": 0.4916962331626564, "shape_coverage_50_seed_mean": 0.2890082465277778, "shape_coverage_50_seed_min": 0.2503580729166667, "shape_coverage_50_seed_max": 0.314453125, "shape_width_50_seed_mean": 0.4833020631616415, "shape_width_50_seed_min": 0.4051996356519036, "shape_width_50_seed_max": 0.530303102464859, "log_amplitude_coverage_50_seed_mean": 0.0065104166666666, "log_amplitude_coverage_50_seed_min": 0.0, "log_amplitude_coverage_50_seed_max": 0.01953125, "log_amplitude_width_50_seed_mean": 0.1205639347220615, "log_amplitude_width_50_seed_min": 0.1086535332869971, "log_amplitude_width_50_seed_max": 0.1329850231995806, "shape_coverage_80_seed_mean": 0.414431423611111, "shape_coverage_80_seed_min": 0.3897786458333333, "shape_coverage_80_seed_max": 0.43310546875, "shape_width_80_seed_mean": 0.9182890392915498, "shape_width_80_seed_min": 0.7698919835231208, "shape_width_80_seed_max": 1.0075924843838342, "log_amplitude_coverage_80_seed_mean": 0.015625, "log_amplitude_coverage_80_seed_min": 0.0, "log_amplitude_coverage_80_seed_max": 0.0390625, "log_amplitude_width_80_seed_mean": 0.2290752476740939, "log_amplitude_width_80_seed_min": 0.2064451122423634, "log_amplitude_width_80_seed_max": 0.2526757036102935, "shape_coverage_95_seed_mean": 0.5246636284722223, "shape_coverage_95_seed_min": 0.4836588541666667, "shape_coverage_95_seed_max": 0.5482096354166668, "shape_width_95_seed_mean": 1.4044018931057105, "shape_width_95_seed_min": 1.177448181204333, "shape_width_95_seed_max": 1.5409797263906513, "log_amplitude_coverage_95_seed_mean": 0.0390625, "log_amplitude_coverage_95_seed_min": 0.0, "log_amplitude_coverage_95_seed_max": 0.0703125, "log_amplitude_width_95_seed_mean": 0.3503403594756188, "log_amplitude_width_95_seed_min": 0.3157305536442436, "log_amplitude_width_95_seed_max": 0.3864341420703567, "semantic_prediction_route": "direct_semantically_supervised_shape_logA_head"}, {"arm": "observation_only_capacity_matched", "modality": "hb",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0.4224036983204582, "shape_rmse_seed_min": 0.4147489616687666, "shape_rmse_seed_max": 0.4322423313760581, "log_amplitude_squared_error_seed_mean": 0.9494621839238788, "log_amplitude_squared_error_seed_min": 0.9171059553625664, "log_amplitude_squared_error_seed_max": 0.983690067452878, "source_rmse_seed_mean": 0.0204166922090613, "source_rmse_seed_min": 0.0203560387642219, "source_rmse_seed_max": 0.0205240220781427, "shape_crps_seed_mean": 0.2835238348056406, "shape_crps_seed_min": 0.2777417784914453, "shape_crps_seed_max": 0.2934117703941384, "shape_nll_seed_mean": 3.118804141738356, "shape_nll_seed_min": 2.678949689452971, "shape_nll_seed_max": 3.657285639751191, "log_amplitude_crps_seed_mean": 0.749634485858579, "log_amplitude_crps_seed_min": 0.734225457280855, "log_amplitude_crps_seed_max": 0.7669739598464385, "log_amplitude_nll_seed_mean": 7.562004146939803, "log_amplitude_nll_seed_min": 7.332688767258899, "log_amplitude_nll_seed_max": 7.944191007978108, "reconstruction_mse_seed_mean": 1.4325878347334575e-05, "reconstruction_mse_seed_min": 2.013239762401187e-06, "reconstruction_mse_seed_max": 2.179435017240169e-05, "reconstruction_native_mse_seed_mean": 1.5022347339021392e-08, "reconstruction_native_mse_seed_min": 1.6480201030889558e-09, "reconstruction_native_mse_seed_max": 2.7854922024916022e-08, "source_support_seed_mean": 120.0, "source_support_seed_min": 120.0, "source_support_seed_max": 120.0, "observation_support_seed_mean": 240.0, "observation_support_seed_min": 240.0, "observation_support_seed_max": 240.0, "uncertainty_score_seed_mean": 0.400504320859909, "uncertainty_score_seed_min": 0.3901613354682922, "uncertainty_score_seed_max": 0.4137395322322845, "shape_coverage_50_seed_mean": 0.2305989583333333, "shape_coverage_50_seed_min": 0.2062825520833333, "shape_coverage_50_seed_max": 0.2447265625, "shape_width_50_seed_mean": 0.2128166258335113, "shape_width_50_seed_min": 0.2016125470399856, "shape_width_50_seed_max": 0.2259806245565414, "log_amplitude_coverage_50_seed_mean": 0.0299479166666666, "log_amplitude_coverage_50_seed_min": 0.0234375, "log_amplitude_coverage_50_seed_max": 0.03515625, "log_amplitude_width_50_seed_mean": 0.3274555106957753, "log_amplitude_width_50_seed_min": 0.3247071206569671, "log_amplitude_width_50_seed_max": 0.3321455419063568, "shape_coverage_80_seed_mean": 0.3805555555555555, "shape_coverage_80_seed_min": 0.3515299479166666, "shape_coverage_80_seed_max": 0.3999348958333333, "shape_width_80_seed_mean": 0.4043582379817962, "shape_width_80_seed_min": 0.3830701410770416, "shape_width_80_seed_max": 0.429370254278183, "log_amplitude_coverage_80_seed_mean": 0.1119791666666666, "log_amplitude_coverage_80_seed_min": 0.1015625, "log_amplitude_coverage_80_seed_max": 0.12109375, "log_amplitude_width_80_seed_mean": 0.6221757133801779, "log_amplitude_width_80_seed_min": 0.6169536709785461, "log_amplitude_width_80_seed_max": 0.6310869455337524, "shape_coverage_95_seed_mean": 0.5203884548611111, "shape_coverage_95_seed_min": 0.4873697916666666, "shape_coverage_95_seed_max": 0.54912109375, "shape_width_95_seed_mean": 0.6184125741322836, "shape_width_95_seed_min": 0.58585524559021, "shape_width_95_seed_max": 0.6566651463508606, "log_amplitude_coverage_95_seed_mean": 0.2200520833333333, "log_amplitude_coverage_95_seed_min": 0.203125, "log_amplitude_coverage_95_seed_max": 0.23046875, "log_amplitude_width_95_seed_mean": 0.9515356222788492, "log_amplitude_width_95_seed_min": 0.9435492157936096, "log_amplitude_width_95_seed_max": 0.9651641845703124, "semantic_prediction_route": "frozen_all_code_features_to_training_truth_ridge"}, {"arm": "point_restricted_generator", "modality": "hb",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0.8407184209444889, "shape_rmse_seed_min": 0.8268555641670758, "shape_rmse_seed_max": 0.8649547508604318, "log_amplitude_squared_error_seed_mean": 1.1033078249540922, "log_amplitude_squared_error_seed_min": 1.009951894299586, "log_amplitude_squared_error_seed_max": 1.206361581419069, "source_rmse_seed_mean": 0.0259242889160293, "source_rmse_seed_min": 0.0257288488111307, "source_rmse_seed_max": 0.0261825349815935, "shape_crps_seed_mean": 0.6618548160588337, "shape_crps_seed_min": 0.6506187168399264, "shape_crps_seed_max": 0.6828940889288788, "shape_nll_seed_mean": 105.4121421244526, "shape_nll_seed_min": 98.32904755808023, "shape_nll_seed_max": 114.2962018013466, "log_amplitude_crps_seed_mean": 0.9113693962658272, "log_amplitude_crps_seed_min": 0.8617037275332662, "log_amplitude_crps_seed_max": 0.964796207815024, "log_amplitude_nll_seed_mean": 57.21165336383911, "log_amplitude_nll_seed_min": 52.40497560955637, "log_amplitude_nll_seed_max": 64.98202399289296, "reconstruction_mse_seed_mean": 3.822461343381721e-05, "reconstruction_mse_seed_min": 2.701610208354441e-05, "reconstruction_mse_seed_max": 4.69933914357502e-05, "reconstruction_native_mse_seed_mean": 5.157162298536871e-08, "reconstruction_native_mse_seed_min": 2.1682390460496536e-08, "reconstruction_native_mse_seed_max": 7.65845421731354e-08,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0.0438368055555555, "shape_coverage_50_seed_min": 0.04169921875, "shape_coverage_50_seed_max": 0.0452799479166666, "shape_width_50_seed_mean": 0.0778129075964291, "shape_width_50_seed_min": 0.0768165737390518, "shape_width_50_seed_max": 0.0795066580176353, "log_amplitude_coverage_50_seed_mean": 0.0013020833333333, "log_amplitude_coverage_50_seed_min": 0.0, "log_amplitude_coverage_50_seed_max": 0.00390625, "log_amplitude_width_50_seed_mean": 0.1309849719206492, "log_amplitude_width_50_seed_min": 0.1285582482814788, "log_amplitude_width_50_seed_max": 0.1337293684482574, "shape_coverage_80_seed_mean": 0.0812934027777777, "shape_coverage_80_seed_min": 0.0777994791666666, "shape_coverage_80_seed_max": 0.08359375, "shape_width_80_seed_mean": 0.147846962014834, "shape_width_80_seed_min": 0.145953893661499, "shape_width_80_seed_max": 0.1510651409626007, "log_amplitude_coverage_80_seed_mean": 0.00390625, "log_amplitude_coverage_80_seed_min": 0.00390625, "log_amplitude_coverage_80_seed_max": 0.00390625, "log_amplitude_width_80_seed_mean": 0.248875543475151, "log_amplitude_width_80_seed_min": 0.2442646771669387, "log_amplitude_width_80_seed_max": 0.2540899813175201, "shape_coverage_95_seed_mean": 0.1219292534722222, "shape_coverage_95_seed_min": 0.1164713541666666, "shape_coverage_95_seed_max": 0.1256184895833333, "shape_width_95_seed_mean": 0.2261124153931935, "shape_width_95_seed_min": 0.2232172042131424, "shape_width_95_seed_max": 0.2310342043638229, "log_amplitude_coverage_95_seed_mean": 0.0078125, "log_amplitude_coverage_95_seed_min": 0.00390625, "log_amplitude_coverage_95_seed_max": 0.015625, "log_amplitude_width_95_seed_mean": 0.3806222975254059, "log_amplitude_width_95_seed_min": 0.3735705912113189, "log_amplitude_width_95_seed_max": 0.3885971009731293, "semantic_prediction_route": "direct_semantically_supervised_shape_logA_head"}, {"arm": "point_randomized_generator", "modality": "hb",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0.7373194179683606, "shape_rmse_seed_min": 0.7070376834244803, "shape_rmse_seed_max": 0.7606174353437467, "log_amplitude_squared_error_seed_mean": 0.7698370919981429, "log_amplitude_squared_error_seed_min": 0.7033034147173416, "log_amplitude_squared_error_seed_max": 0.8623342068806872, "source_rmse_seed_mean": 0.0241370963974767, "source_rmse_seed_min": 0.0235960857571987, "source_rmse_seed_max": 0.0244288553886101, "shape_crps_seed_mean": 0.5316104932800751, "shape_crps_seed_min": 0.507306854560314, "shape_crps_seed_max": 0.5492081546384725, "shape_nll_seed_mean": 15.457157093824613, "shape_nll_seed_min": 13.562795825962288, "shape_nll_seed_max": 16.870318596825623, "log_amplitude_crps_seed_mean": 0.6714878914331676, "log_amplitude_crps_seed_min": 0.6326080151128124, "log_amplitude_crps_seed_max": 0.7251150537386559, "log_amplitude_nll_seed_mean": 8.663323486755539, "log_amplitude_nll_seed_min": 7.840713191077132, "log_amplitude_nll_seed_max": 9.719487517086836, "reconstruction_mse_seed_mean": 0.000251868295047, "reconstruction_mse_seed_min": 0.0002064437338194, "reconstruction_mse_seed_max": 0.0003341933573373, "reconstruction_native_mse_seed_mean": 3.1205039770707785e-07, "reconstruction_native_mse_seed_min": 2.5885920404868385e-07, "reconstruction_native_mse_seed_max": 4.113223844468589e-07,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0.1171332465277777, "shape_coverage_50_seed_min": 0.1103190104166666, "shape_coverage_50_seed_max": 0.1298828125, "shape_width_50_seed_mean": 0.1756202081839243, "shape_width_50_seed_min": 0.1697242259979248, "shape_width_50_seed_max": 0.1792287975549698, "log_amplitude_coverage_50_seed_mean": 0.0638020833333333, "log_amplitude_coverage_50_seed_min": 0.015625, "log_amplitude_coverage_50_seed_max": 0.1015625, "log_amplitude_width_50_seed_mean": 0.2738283673922221, "log_amplitude_width_50_seed_min": 0.2725711464881897, "log_amplitude_width_50_seed_max": 0.2747800648212433, "shape_coverage_80_seed_mean": 0.2062065972222222, "shape_coverage_80_seed_min": 0.1993489583333333, "shape_coverage_80_seed_max": 0.2159505208333333, "shape_width_80_seed_mean": 0.3336838781833648, "shape_width_80_seed_min": 0.3224813342094421, "shape_width_80_seed_max": 0.3405403196811676, "log_amplitude_coverage_80_seed_mean": 0.1536458333333333, "log_amplitude_coverage_80_seed_min": 0.12890625, "log_amplitude_coverage_80_seed_max": 0.16796875, "log_amplitude_width_80_seed_mean": 0.5202824870745341, "log_amplitude_width_80_seed_min": 0.5178937315940857, "log_amplitude_width_80_seed_max": 0.5220907330513, "shape_coverage_95_seed_mean": 0.2921657986111111, "shape_coverage_95_seed_min": 0.2832356770833333, "shape_coverage_95_seed_max": 0.29736328125, "shape_width_95_seed_mean": 0.5103254715601603, "shape_width_95_seed_min": 0.4931926727294922, "shape_width_95_seed_max": 0.5208114981651306, "log_amplitude_coverage_95_seed_mean": 0.2291666666666666, "log_amplitude_coverage_95_seed_min": 0.19140625, "log_amplitude_coverage_95_seed_max": 0.2578125, "log_amplitude_width_95_seed_mean": 0.7957033713658651, "log_amplitude_width_95_seed_min": 0.7920500636100769, "log_amplitude_width_95_seed_max": 0.7984688878059387, "semantic_prediction_route": "direct_semantically_supervised_shape_logA_head"}, {"arm": "distribution_randomized_generator", "modality": "hb", "scenario": "no_coupling", "variant": "intervention", "optimization_seed_count": 3, "optimization_seeds": "101|202|303", "unique_evaluation_base_ids": 256, "cases_per_seed_min": 256, "cases_per_seed_max": 256, "independence_unit": "shared_base_identity_not_optimization_seed", "shape_rmse_seed_mean": 0.7511903285239052, "shape_rmse_seed_min": 0.7245682232516619, "shape_rmse_seed_max": 0.7923342478275881, "log_amplitude_squared_error_seed_mean": 0.8153918483379731, "log_amplitude_squared_error_seed_min": 0.7517849834194352, "log_amplitude_squared_error_seed_max": 0.8564054517212428, "source_rmse_seed_mean": 0.0243665600472407, "source_rmse_seed_min": 0.0239634758459384, "source_rmse_seed_max": 0.0247944461291327, "shape_crps_seed_mean": 0.5103582254206609, "shape_crps_seed_min": 0.4926748962243134, "shape_crps_seed_max": 0.5431434787068004, "shape_nll_seed_mean": 7.278516273183373, "shape_nll_seed_min": 6.3150643232317325, "shape_nll_seed_max": 8.277359211233366, "log_amplitude_crps_seed_mean": 0.7765981972984951, "log_amplitude_crps_seed_min": 0.7390767985011071, "log_amplitude_crps_seed_max": 0.7955709459072793, "log_amplitude_nll_seed_mean": 205.38422118503323, "log_amplitude_nll_seed_min": 120.83243566183008, "log_amplitude_nll_seed_max": 302.03723477890594, "reconstruction_mse_seed_mean": 0.0003024156092025, "reconstruction_mse_seed_min": 0.0002222151098036, "reconstruction_mse_seed_max": 0.0004528096202357, "reconstruction_native_mse_seed_mean": 5.169236854995057e-07, "reconstruction_native_mse_seed_min": 3.083695914431832e-07, "reconstruction_native_mse_seed_max": 8.081122432198732e-07, "source_support_seed_mean": 120.0, "source_support_seed_min": 120.0, "source_support_seed_max": 120.0, "observation_support_seed_mean": 240.0, "observation_support_seed_min": 240.0, "observation_support_seed_max": 240.0, "uncertainty_score_seed_mean": 0.245002556068357, "uncertainty_score_seed_min": 0.219066321325954, "uncertainty_score_seed_max": 0.2688299202127382, "shape_coverage_50_seed_mean": 0.1162000868055555, "shape_coverage_50_seed_min": 0.109765625, "shape_coverage_50_seed_max": 0.12431640625, "shape_width_50_seed_mean": 0.2651201514902014, "shape_width_50_seed_min": 0.2436774782103687, "shape_width_50_seed_max": 0.2795985953137157, "log_amplitude_coverage_50_seed_mean": 0.0, "log_amplitude_coverage_50_seed_min": 0.0, "log_amplitude_coverage_50_seed_max": 0.0, "log_amplitude_width_50_seed_mean": 0.0653832673609334, "log_amplitude_width_50_seed_min": 0.0518384913593763, "log_amplitude_width_50_seed_max": 0.0830474499962292, "shape_coverage_80_seed_mean": 0.2231770833333333, "shape_coverage_80_seed_min": 0.2118815104166667, "shape_coverage_80_seed_max": 0.2338541666666667, "shape_width_80_seed_mean": 0.5037365815225106, "shape_width_80_seed_min": 0.4629948314873521, "shape_width_80_seed_max": 0.5312460778106469, "log_amplitude_coverage_80_seed_mean": 0.0078125, "log_amplitude_coverage_80_seed_min": 0.0, "log_amplitude_coverage_80_seed_max": 0.01953125, "log_amplitude_width_80_seed_mean": 0.1242302531415286, "log_amplitude_width_80_seed_min": 0.0984947550750803, "log_amplitude_width_80_seed_max": 0.1577927527250722, "shape_coverage_95_seed_mean": 0.3443467881944445, "shape_coverage_95_seed_min": 0.3288736979166666, "shape_coverage_95_seed_max": 0.3636393229166667, "shape_width_95_seed_mean": 0.7703986201360143, "shape_width_95_seed_min": 0.7080894905612999, "shape_width_95_seed_max": 0.8124707638278779, "log_amplitude_coverage_95_seed_mean": 0.0208333333333333, "log_amplitude_coverage_95_seed_min": 0.0078125, "log_amplitude_coverage_95_seed_max": 0.04296875, "log_amplitude_width_95_seed_mean": 0.1899937770504038, "log_amplitude_width_95_seed_min": 0.1506347292161081, "log_amplitude_width_95_seed_max": 0.2413231905084103, "semantic_prediction_route": "direct_semantically_supervised_shape_logA_head"}, {"arm": "observation_only_capacity_matched", "modality": "hb",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0.1288298908085243, "shape_rmse_seed_min": 0.1218929144194163, "shape_rmse_seed_max": 0.1335390022195067, "log_amplitude_squared_error_seed_mean": 0.5700832800599761, "log_amplitude_squared_error_seed_min": 0.5650161637522069, "log_amplitude_squared_error_seed_max": 0.5757188915167764, "source_rmse_seed_mean": 0.029322183938, "source_rmse_seed_min": 0.0292126039441317, "source_rmse_seed_max": 0.0294622624970112, "shape_crps_seed_mean": 0.077958836029419, "shape_crps_seed_min": 0.0736402854378532, "shape_crps_seed_max": 0.0810055243085396, "shape_nll_seed_mean": -0.5277091206755267, "shape_nll_seed_min": -0.581988046311936, "shape_nll_seed_max": -0.4867143747802248, "log_amplitude_crps_seed_mean": 0.5875874021865622, "log_amplitude_crps_seed_min": 0.5867203348608767, "log_amplitude_crps_seed_max": 0.5888397693550775, "log_amplitude_nll_seed_mean": 4.3413421250201685, "log_amplitude_nll_seed_min": 4.265666554548437, "log_amplitude_nll_seed_max": 4.387665989127438, "reconstruction_mse_seed_mean": 4.723173570934482e-05, "reconstruction_mse_seed_min": 2.159931472440546e-06, "reconstruction_mse_seed_max": 0.0001145184900505, "reconstruction_native_mse_seed_mean": 5.083068271430126e-08, "reconstruction_native_mse_seed_min": 2.3195119541276434e-09, "reconstruction_native_mse_seed_max": 1.2290259028435504e-07, "source_support_seed_mean": 120.0, "source_support_seed_min": 120.0, "source_support_seed_max": 120.0, "observation_support_seed_mean": 240.0, "observation_support_seed_min": 240.0, "observation_support_seed_max": 240.0, "uncertainty_score_seed_mean": 0.400504320859909, "uncertainty_score_seed_min": 0.3901613354682922, "uncertainty_score_seed_max": 0.4137395322322845, "shape_coverage_50_seed_mean": 0.6094943576388888, "shape_coverage_50_seed_min": 0.59453125, "shape_coverage_50_seed_max": 0.61806640625, "shape_width_50_seed_mean": 0.2128166258335113, "shape_width_50_seed_min": 0.2016125470399856, "shape_width_50_seed_max": 0.2259806245565414, "log_amplitude_coverage_50_seed_mean": 0.0, "log_amplitude_coverage_50_seed_min": 0.0, "log_amplitude_coverage_50_seed_max": 0.0, "log_amplitude_width_50_seed_mean": 0.3274555106957753, "log_amplitude_width_50_seed_min": 0.3247071206569671, "log_amplitude_width_50_seed_max": 0.3321455419063568, "shape_coverage_80_seed_mean": 0.8606119791666668, "shape_coverage_80_seed_min": 0.8501627604166666, "shape_coverage_80_seed_max": 0.8682617187499999, "shape_width_80_seed_mean": 0.4043582379817962, "shape_width_80_seed_min": 0.3830701410770416, "shape_width_80_seed_max": 0.429370254278183, "log_amplitude_coverage_80_seed_mean": 0.0208333333333333, "log_amplitude_coverage_80_seed_min": 0.01171875, "log_amplitude_coverage_80_seed_max": 0.02734375, "log_amplitude_width_80_seed_mean": 0.6221757133801779, "log_amplitude_width_80_seed_min": 0.6169536709785461, "log_amplitude_width_80_seed_max": 0.6310869455337524, "shape_coverage_95_seed_mean": 0.9607421874999998, "shape_coverage_95_seed_min": 0.9577799479166668, "shape_coverage_95_seed_max": 0.9642252604166668, "shape_width_95_seed_mean": 0.6184125741322836, "shape_width_95_seed_min": 0.58585524559021, "shape_width_95_seed_max": 0.6566651463508606, "log_amplitude_coverage_95_seed_mean": 0.1236979166666666, "log_amplitude_coverage_95_seed_min": 0.1171875, "log_amplitude_coverage_95_seed_max": 0.1328125, "log_amplitude_width_95_seed_mean": 0.9515356222788492, "log_amplitude_width_95_seed_min": 0.9435492157936096, "log_amplitude_width_95_seed_max": 0.9651641845703124, "semantic_prediction_route": "frozen_all_code_features_to_training_truth_ridge"}, {"arm": "point_restricted_generator", "modality": "hb",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0.1320505730960532, "shape_rmse_seed_min": 0.1298538128406642, "shape_rmse_seed_max": 0.1353811630710248, "log_amplitude_squared_error_seed_mean": 0.5408561382585307, "log_amplitude_squared_error_seed_min": 0.514552679546501, "log_amplitude_squared_error_seed_max": 0.5585341052498801, "source_rmse_seed_mean": 0.0283171356976818, "source_rmse_seed_min": 0.0279506740299674, "source_rmse_seed_max": 0.0286531887946884, "shape_crps_seed_mean": 0.084079810302521, "shape_crps_seed_min": 0.0825740178006829, "shape_crps_seed_max": 0.08642717875573, "shape_nll_seed_mean": 1.2461041121433178, "shape_nll_seed_min": 1.0145083482454842, "shape_nll_seed_max": 1.4436399939858044, "log_amplitude_crps_seed_mean": 0.653002747956396, "log_amplitude_crps_seed_min": 0.6331076848280321, "log_amplitude_crps_seed_max": 0.6665892895117096, "log_amplitude_nll_seed_mean": 27.29541748954698, "log_amplitude_nll_seed_min": 26.005077916785982, "log_amplitude_nll_seed_max": 29.317187121889503, "reconstruction_mse_seed_mean": 0.000111011850441, "reconstruction_mse_seed_min": 2.1526157766172268e-05, "reconstruction_mse_seed_max": 0.0002408713707915, "reconstruction_native_mse_seed_mean": 8.925590824125703e-08, "reconstruction_native_mse_seed_min": 2.1823066168671263e-08, "reconstruction_native_mse_seed_max": 1.7334007198127685e-07, "source_support_seed_mean": 120.0, "source_support_seed_min": 120.0, "source_support_seed_max": 120.0, "observation_support_seed_mean": 240.0, "observation_support_seed_min": 240.0, "observation_support_seed_max": 240.0, "uncertainty_score_seed_mean": 0.154782106479009, "uncertainty_score_seed_min": 0.1524661779403686, "uncertainty_score_seed_max": 0.1560779362916946, "shape_coverage_50_seed_mean": 0.2841579861111111, "shape_coverage_50_seed_min": 0.2793294270833333, "shape_coverage_50_seed_max": 0.2871419270833333, "shape_width_50_seed_mean": 0.0778129075964291, "shape_width_50_seed_min": 0.0768165737390518, "shape_width_50_seed_max": 0.0795066580176353, "log_amplitude_coverage_50_seed_mean": 0.0, "log_amplitude_coverage_50_seed_min": 0.0, "log_amplitude_coverage_50_seed_max": 0.0, "log_amplitude_width_50_seed_mean": 0.1309849719206492, "log_amplitude_width_50_seed_min": 0.1285582482814788, "log_amplitude_width_50_seed_max": 0.1337293684482574, "shape_coverage_80_seed_mean": 0.4880316840277778, "shape_coverage_80_seed_min": 0.48408203125, "shape_coverage_80_seed_max": 0.4903971354166666, "shape_width_80_seed_mean": 0.147846962014834, "shape_width_80_seed_min": 0.145953893661499, "shape_width_80_seed_max": 0.1510651409626007, "log_amplitude_coverage_80_seed_mean": 0.0, "log_amplitude_coverage_80_seed_min": 0.0, "log_amplitude_coverage_80_seed_max": 0.0, "log_amplitude_width_80_seed_mean": 0.248875543475151, "log_amplitude_width_80_seed_min": 0.2442646771669387, "log_amplitude_width_80_seed_max": 0.2540899813175201, "shape_coverage_95_seed_mean": 0.6563368055555555, "shape_coverage_95_seed_min": 0.64482421875, "shape_coverage_95_seed_max": 0.6666341145833334, "shape_width_95_seed_mean": 0.2261124153931935, "shape_width_95_seed_min": 0.2232172042131424, "shape_width_95_seed_max": 0.2310342043638229, "log_amplitude_coverage_95_seed_mean": 0.0013020833333333, "log_amplitude_coverage_95_seed_min": 0.0, "log_amplitude_coverage_95_seed_max": 0.00390625, "log_amplitude_width_95_seed_mean": 0.3806222975254059, "log_amplitude_width_95_seed_min": 0.3735705912113189, "log_amplitude_width_95_seed_max": 0.3885971009731293, "semantic_prediction_route": "direct_semantically_supervised_shape_logA_head"}, {"arm": "point_randomized_generator", "modality": "hb",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0.1121717674627346, "shape_rmse_seed_min": 0.1075326267356478, "shape_rmse_seed_max": 0.1158892148877322, "log_amplitude_squared_error_seed_mean": 0.5536664630768959, "log_amplitude_squared_error_seed_min": 0.5185684392859642, "log_amplitude_squared_error_seed_max": 0.5727214052757948, "source_rmse_seed_mean": 0.0290912958577168, "source_rmse_seed_min": 0.0283933129947751, "source_rmse_seed_max": 0.0295203671629438, "shape_crps_seed_mean": 0.0667123327561259, "shape_crps_seed_min": 0.0642454162535917, "shape_crps_seed_max": 0.0688866648590192, "shape_nll_seed_mean": -0.6735090689500792, "shape_nll_seed_min": -0.7087467199191452, "shape_nll_seed_max": -0.6401318918680772, "log_amplitude_crps_seed_mean": 0.6074497452098712, "log_amplitude_crps_seed_min": 0.5829152253803378, "log_amplitude_crps_seed_max": 0.6207929665141956, "log_amplitude_nll_seed_mean": 6.0410674877715165, "log_amplitude_nll_seed_min": 5.67051296171085, "log_amplitude_nll_seed_max": 6.229467053202035, "reconstruction_mse_seed_mean": 0.0002011548303062, "reconstruction_mse_seed_min": 0.0001654101989628, "reconstruction_mse_seed_max": 0.0002643196218037, "reconstruction_native_mse_seed_mean": 2.969252299800201e-07, "reconstruction_native_mse_seed_min": 2.1352755851886402e-07, "reconstruction_native_mse_seed_max": 4.3652040262853113e-07, "source_support_seed_mean": 120.0, "source_support_seed_min": 120.0, "source_support_seed_max": 120.0, "observation_support_seed_mean": 240.0, "observation_support_seed_min": 240.0, "observation_support_seed_max": 240.0, "uncertainty_score_seed_mean": 0.3331767618656158, "uncertainty_score_seed_min": 0.3295115828514099, "uncertainty_score_seed_max": 0.3360782861709595, "shape_coverage_50_seed_mean": 0.6132378472222223, "shape_coverage_50_seed_min": 0.60908203125, "shape_coverage_50_seed_max": 0.6165364583333334, "shape_width_50_seed_mean": 0.1756202081839243, "shape_width_50_seed_min": 0.1697242259979248, "shape_width_50_seed_max": 0.1792287975549698, "log_amplitude_coverage_50_seed_mean": 0.0, "log_amplitude_coverage_50_seed_min": 0.0, "log_amplitude_coverage_50_seed_max": 0.0, "log_amplitude_width_50_seed_mean": 0.2738283673922221, "log_amplitude_width_50_seed_min": 0.2725711464881897, "log_amplitude_width_50_seed_max": 0.2747800648212433, "shape_coverage_80_seed_mean": 0.8541341145833332, "shape_coverage_80_seed_min": 0.8516276041666666, "shape_coverage_80_seed_max": 0.8565755208333332, "shape_width_80_seed_mean": 0.3336838781833648, "shape_width_80_seed_min": 0.3224813342094421, "shape_width_80_seed_max": 0.3405403196811676, "log_amplitude_coverage_80_seed_mean": 0.0, "log_amplitude_coverage_80_seed_min": 0.0, "log_amplitude_coverage_80_seed_max": 0.0, "log_amplitude_width_80_seed_mean": 0.5202824870745341, "log_amplitude_width_80_seed_min": 0.5178937315940857, "log_amplitude_width_80_seed_max": 0.5220907330513, "shape_coverage_95_seed_mean": 0.9516818576388888, "shape_coverage_95_seed_min": 0.9483723958333334, "shape_coverage_95_seed_max": 0.9567708333333332, "shape_width_95_seed_mean": 0.5103254715601603, "shape_width_95_seed_min": 0.4931926727294922, "shape_width_95_seed_max": 0.5208114981651306, "log_amplitude_coverage_95_seed_mean": 0.0299479166666666, "log_amplitude_coverage_95_seed_min": 0.015625, "log_amplitude_coverage_95_seed_max": 0.0546875, "log_amplitude_width_95_seed_mean": 0.7957033713658651, "log_amplitude_width_95_seed_min": 0.7920500636100769, "log_amplitude_width_95_seed_max": 0.7984688878059387, "semantic_prediction_route": "direct_semantically_supervised_shape_logA_head"}, {"arm": "distribution_randomized_generator", "modality": "hb", "scenario": "exact_joint_alias", "variant": "intervention", "optimization_seed_count": 3, "optimization_seeds": "101|202|303", "unique_evaluation_base_ids": 256, "cases_per_seed_min": 256, "cases_per_seed_max": 256, "independence_unit": "shared_base_identity_not_optimization_seed", "shape_rmse_seed_mean": 0.0970535659913714, "shape_rmse_seed_min": 0.0968002691785491, "shape_rmse_seed_max": 0.0973232365534977, "log_amplitude_squared_error_seed_mean": 0.5362279738179372, "log_amplitude_squared_error_seed_min": 0.5276757340327993, "log_amplitude_squared_error_seed_max": 0.5504175189214516, "source_rmse_seed_mean": 0.0290995278102502, "source_rmse_seed_min": 0.0287968593221713, "source_rmse_seed_max": 0.0292704688819237, "shape_crps_seed_mean": 0.0552970103682203, "shape_crps_seed_min": 0.0549859489378225, "shape_crps_seed_max": 0.0555313826662616, "shape_nll_seed_mean": -1.0072607407385177, "shape_nll_seed_min": -1.0123898724191047, "shape_nll_seed_max": -0.9982388340130758, "log_amplitude_crps_seed_mean": 0.5948594554068698, "log_amplitude_crps_seed_min": 0.5893908055967243, "log_amplitude_crps_seed_max": 0.6041139403835103, "log_amplitude_nll_seed_mean": 6.369425855511142, "log_amplitude_nll_seed_min": 6.14762286717511, "log_amplitude_nll_seed_max": 6.611959003101379, "reconstruction_mse_seed_mean": 0.0003329766084174, "reconstruction_mse_seed_min": 0.0001440795917036, "reconstruction_mse_seed_max": 0.0004712923761294, "reconstruction_native_mse_seed_mean": 5.238370231028592e-07, "reconstruction_native_mse_seed_min": 2.1185751011601227e-07, "reconstruction_native_mse_seed_max": 8.541619076828775e-07, "source_support_seed_mean": 120.0, "source_support_seed_min": 120.0, "source_support_seed_max": 120.0, "observation_support_seed_mean": 240.0, "observation_support_seed_min": 240.0, "observation_support_seed_max": 240.0, "uncertainty_score_seed_mean": 0.3136846502117502, "uncertainty_score_seed_min": 0.3113642402458936, "uncertainty_score_seed_max": 0.314876887248829, "shape_coverage_50_seed_mean": 0.5521918402777778, "shape_coverage_50_seed_min": 0.5403971354166666, "shape_coverage_50_seed_max": 0.5625, "shape_width_50_seed_mean": 0.1460881072133108, "shape_width_50_seed_min": 0.1429093621240705, "shape_width_50_seed_max": 0.1494473266538989, "log_amplitude_coverage_50_seed_mean": 0.0, "log_amplitude_coverage_50_seed_min": 0.0, "log_amplitude_coverage_50_seed_max": 0.0, "log_amplitude_width_50_seed_mean": 0.2770660464302636, "log_amplitude_width_50_seed_min": 0.2753151301294565, "log_amplitude_width_50_seed_max": 0.2787684018840082, "shape_coverage_80_seed_mean": 0.8474283854166668, "shape_coverage_80_seed_min": 0.8375651041666667, "shape_coverage_80_seed_max": 0.85361328125, "shape_width_80_seed_mean": 0.2775719737345449, "shape_width_80_seed_min": 0.2715322586008066, "shape_width_80_seed_max": 0.2839545957231166, "log_amplitude_coverage_80_seed_mean": 0.00390625, "log_amplitude_coverage_80_seed_min": 0.00390625, "log_amplitude_coverage_80_seed_max": 0.00390625, "log_amplitude_width_80_seed_mean": 0.5264341554720886, "log_amplitude_width_80_seed_min": 0.5231073593604378, "log_amplitude_width_80_seed_max": 0.529668684815988, "shape_coverage_95_seed_mean": 0.9666232638888888, "shape_coverage_95_seed_min": 0.9622395833333334, "shape_coverage_95_seed_max": 0.9722330729166666, "shape_width_95_seed_mean": 0.4245097009625977, "shape_width_95_seed_min": 0.4152727538056449, "shape_width_95_seed_max": 0.4342710789928484, "log_amplitude_coverage_95_seed_mean": 0.0364583333333333, "log_amplitude_coverage_95_seed_min": 0.03125, "log_amplitude_coverage_95_seed_max": 0.04296875, "log_amplitude_width_95_seed_mean": 0.8051115636869023, "log_amplitude_width_95_seed_min": 0.8000236694933847, "log_amplitude_width_95_seed_max": 0.810058347415179, "semantic_prediction_route": "direct_semantically_supervised_shape_logA_head"}]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证据：semantic_response_synthetic.py: exact aliases; tokenizer/scenario_variant_seed_summary.csv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证据：{"prepared": "/SSD_2/pid-mcm-implementation/experiments/runs/physiology_semantic_tokenizer/semantic_response_discovery/20261002_v1/tokenizer/prepared/randomized/evaluation.npz", "prepared_metadata": "/SSD_2/pid-mcm-implementation/experiments/runs/physiology_semantic_tokenizer/semantic_response_discovery/20261002_v1/tokenizer/prepared/randomized/evaluation.json", "resolved_config": "/SSD_2/pid-mcm-implementation/experiments/runs/physiology_semantic_tokenizer/semantic_response_discovery/20261002_v1/tokenizer/resolved_tokenizer_config.json", "checkpoint": "/SSD_2/pid-mcm-implementation/experiments/runs/physiology_semantic_tokenizer/semantic_response_discovery/20261002_v1/tokenizer/fits/distribution_randomized_generator/seed_101/selected.pt", "reader": "/SSD_2/pid-mcm-implementation/experiments/runs/physiology_semantic_tokenizer/semantic_response_discovery/20261002_v1/source_snapshot_analysis_v1/experiments/scripts/train_semantic_response_tokenizer.py", "generator": "/SSD_2/pid-mcm-implementation/experiments/runs/physiology_semantic_tokenizer/semantic_response_discovery/20261002_v1/source_snapshot_analysis_v1/src/inference/semantic_response_synthetic.py", "model": "/SSD_2/pid-mcm-implementation/experiments/runs/physiology_semantic_tokenizer/semantic_response_discovery/20261002_v1/source_snapshot_analysis_v1/src/tokenizers/semantic_response_tokenizer.py", "existing_evaluation_record": "/SSD_2/pid-mcm-implementation/experiments/runs/physiology_semantic_tokenizer/semantic_response_discovery/20261002_v1/tokenizer/evaluation/distribution_randomized_generator/seed_101/record.json"}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图：/SSD_2/pid-mcm-implementation/docs/report/20261003_semantic_response_discovery_v1/figures/syn_wave_01_baseline_wide_v2.png</a:t>
            </a:r>
          </a:p>
          <a:p>
            <a:r>
              <a:t>完整图注：预定 evaluation/0 基线，未按评分挑选。频带是有效基线相对 log-power 坐标，不是原始电压；源语义为首20点参考后的单位RMS形状与ln(RMS幅值)。各编码器只读自身模态。阴影为在selection冻结温度后给出的95%点边际预测区间，不是整条轨迹的联合可信带。Hb完整重建来自非线性D(S均值,O)，不能拆成可加的semantic Hb与observation Hb。</a:t>
            </a:r>
          </a:p>
          <a:p>
            <a:r>
              <a:t>统计：{"baseline": {"scenario": "baseline", "base_id": "semantic_response_synthetic_v1/evaluation/0", "case_ids": ["semantic_response_synthetic_v1/evaluation/0/baseline/control", "semantic_response_synthetic_v1/evaluation/0/baseline/intervention"], "retained_row_indices": [0, 1], "mean_absolute_input_difference": {"eeg": 0.0, "hb": 0.0}, "bitwise_identical_inputs": {"eeg": true, "hb": true}, "bitwise_identical_input_masks": {"eeg": true, "hb": true}, "truth_shape_delta_RMS": 0.0, "truth_log_amplitude_delta": 0.0, "truth_parameter_control": {"kappa": 0.5287906662920887, "tau": 1.776437012002534}, "truth_parameter_intervention": {"kappa": 0.5287906662920887, "tau": 1.776437012002534}, "interpretation": "preselected_single_case_not_scenario_aggregate", "modalities": {"eeg": {"estimated_shape_delta_RMS": 0.0, "estimated_log_amplitude_delta": 0.0, "all_exported_outputs_bitwise_identical": true, "outputs_bitwise_equal_by_key": {"shape_mean": true, "shape_log_sd": true, "log_amplitude_mean": true, "log_amplitude_log_sd": true, "observation_code": true, "reconstruction": true, "time_support": true, "channel_support": true, "log_amplitude_standardized_mean": true, "shape_sd": true, "log_amplitude_sd": true, "reconstruction_observation_coordinate": true}, "shape_MAE_control_intervention": [0.03476537764072418, 0.03476537764072418], "shape_95_point_marginal_case_coverage": [0.9583333333333334, 0.9583333333333334], "log_amplitude_95_intervals_control_intervention": [[-4.030062198638916, -2.9711403846740723], [-4.030062198638916, -2.9711403846740723]], "log_amplitude_95_case_covered_control_intervention": [true, true]}, "hb": {"estimated_shape_delta_RMS": 0.0, "estimated_log_amplitude_delta": 0.0, "all_exported_outputs_bitwise_identical": true, "outputs_bitwise_equal_by_key": {"shape_mean": true, "shape_log_sd": true, "log_amplitude_mean": true, "log_amplitude_log_sd": true, "observation_code": true, "reconstruction": true, "time_support": true, "channel_support": true, "log_amplitude_standardized_mean": true, "shape_sd": true, "log_amplitude_sd": true, "reconstruction_observation_coordinate": true}, "shape_MAE_control_intervention": [0.06123137101531029, 0.06123137101531029], "shape_95_point_marginal_case_coverage": [1.0, 1.0], "log_amplitude_95_intervals_control_intervention": [[-3.917144536972046, -3.0207321643829346], [-3.917144536972046, -3.0207321643829346]], "log_amplitude_95_case_covered_control_intervention": [true, true]}}}}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证据：{"prepared": "/SSD_2/pid-mcm-implementation/experiments/runs/physiology_semantic_tokenizer/semantic_response_discovery/20261002_v1/tokenizer/prepared/randomized/evaluation.npz", "prepared_metadata": "/SSD_2/pid-mcm-implementation/experiments/runs/physiology_semantic_tokenizer/semantic_response_discovery/20261002_v1/tokenizer/prepared/randomized/evaluation.json", "resolved_config": "/SSD_2/pid-mcm-implementation/experiments/runs/physiology_semantic_tokenizer/semantic_response_discovery/20261002_v1/tokenizer/resolved_tokenizer_config.json", "checkpoint": "/SSD_2/pid-mcm-implementation/experiments/runs/physiology_semantic_tokenizer/semantic_response_discovery/20261002_v1/tokenizer/fits/distribution_randomized_generator/seed_101/selected.pt", "reader": "/SSD_2/pid-mcm-implementation/experiments/runs/physiology_semantic_tokenizer/semantic_response_discovery/20261002_v1/source_snapshot_analysis_v1/experiments/scripts/train_semantic_response_tokenizer.py", "generator": "/SSD_2/pid-mcm-implementation/experiments/runs/physiology_semantic_tokenizer/semantic_response_discovery/20261002_v1/source_snapshot_analysis_v1/src/inference/semantic_response_synthetic.py", "model": "/SSD_2/pid-mcm-implementation/experiments/runs/physiology_semantic_tokenizer/semantic_response_discovery/20261002_v1/source_snapshot_analysis_v1/src/tokenizers/semantic_response_tokenizer.py", "existing_evaluation_record": "/SSD_2/pid-mcm-implementation/experiments/runs/physiology_semantic_tokenizer/semantic_response_discovery/20261002_v1/tokenizer/evaluation/distribution_randomized_generator/seed_101/record.json"}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图：/SSD_2/pid-mcm-implementation/docs/report/20261003_semantic_response_discovery_v1/figures/syn_wave_02_shape_vs_eeg_gain_wide_v2.png</a:t>
            </a:r>
          </a:p>
          <a:p>
            <a:r>
              <a:t>完整图注：两行使用同一基础轨迹与配对噪声。上行真shape改变但参考RMS幅值固定；下行仅EEG共同log-power坐标增益乘1.8，Hb和真shape均保持不变。右列直接画干预减控制的shape：非零估计且真值为零表示该个案的虚假语义变化。图中没有对差分画95%区间，因为模型未提供两次预测或时间点之间的协方差。</a:t>
            </a:r>
          </a:p>
          <a:p>
            <a:r>
              <a:t>统计：{"true_a_shape": {"scenario": "true_a_shape", "base_id": "semantic_response_synthetic_v1/evaluation/0", "case_ids": ["semantic_response_synthetic_v1/evaluation/0/true_a_shape/control", "semantic_response_synthetic_v1/evaluation/0/true_a_shape/intervention"], "retained_row_indices": [4, 5], "mean_absolute_input_difference": {"eeg": 0.001423623994924128, "hb": 0.007367355283349752}, "bitwise_identical_inputs": {"eeg": false, "hb": false}, "bitwise_identical_input_masks": {"eeg": true, "hb": true}, "truth_shape_delta_RMS": 0.3000614643096924, "truth_log_amplitude_delta": -4.440892098500626e-16, "truth_parameter_control": {"kappa": 0.5287906662920887, "tau": 1.776437012002534}, "truth_parameter_intervention": {"kappa": 0.5287906662920887, "tau": 1.776437012002534}, "interpretation": "preselected_single_case_not_scenario_aggregate", "modalities": {"eeg": {"estimated_shape_delta_RMS": 0.3099946975708008, "estimated_log_amplitude_delta": -0.04600882530212402,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[0.03476537764072418, 0.029992282390594482], "shape_95_point_marginal_case_coverage": [0.9583333333333334, 0.8833333333333333], "log_amplitude_95_intervals_control_intervention": [[-4.030062198638916, -2.9711403846740723], [-4.092040538787842, -3.0011796951293945]], "log_amplitude_95_case_covered_control_intervention": [true, true]}, "hb": {"estimated_shape_delta_RMS": 0.3073807656764984, "estimated_log_amplitude_delta": -0.04172635078430176,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[0.06123137101531029, 0.07196515053510666], "shape_95_point_marginal_case_coverage": [1.0, 0.95], "log_amplitude_95_intervals_control_intervention": [[-3.917144536972046, -3.0207321643829346], [-3.9752402305603027, -3.0460891723632812]], "log_amplitude_95_case_covered_control_intervention": [true, true]}}}, "feature_gain_only": {"scenario": "feature_gain_only", "base_id": "semantic_response_synthetic_v1/evaluation/0", "case_ids": ["semantic_response_synthetic_v1/evaluation/0/feature_gain_only/control", "semantic_response_synthetic_v1/evaluation/0/feature_gain_only/intervention"], "retained_row_indices": [6, 7], "mean_absolute_input_difference": {"eeg": 0.004172418266534805, "hb": 0.0}, "bitwise_identical_inputs": {"eeg": false, "hb": true}, "bitwise_identical_input_masks": {"eeg": true, "hb": true}, "truth_shape_delta_RMS": 0.0, "truth_log_amplitude_delta": 0.0, "truth_parameter_control": {"kappa": 0.5287906662920887, "tau": 1.776437012002534}, "truth_parameter_intervention": {"kappa": 0.5287906662920887, "tau": 1.776437012002534}, "interpretation": "preselected_single_case_not_scenario_aggregate", "modalities": {"eeg": {"estimated_shape_delta_RMS": 0.017470555379986763, "estimated_log_amplitude_delta": 0.37532973289489746,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[0.03476537764072418, 0.032741643488407135], "shape_95_point_marginal_case_coverage": [0.9583333333333334, 1.0], "log_amplitude_95_intervals_control_intervention": [[-4.030062198638916, -2.9711403846740723], [-3.6068971157073975, -2.643646001815796]], "log_amplitude_95_case_covered_control_intervention": [true, true]}, "hb": {"estimated_shape_delta_RMS": 0.0, "estimated_log_amplitude_delta": 0.0, "all_exported_outputs_bitwise_identical": true, "outputs_bitwise_equal_by_key": {"shape_mean": true, "shape_log_sd": true, "log_amplitude_mean": true, "log_amplitude_log_sd": true, "observation_code": true, "reconstruction": true, "time_support": true, "channel_support": true, "log_amplitude_standardized_mean": true, "shape_sd": true, "log_amplitude_sd": true, "reconstruction_observation_coordinate": true}, "shape_MAE_control_intervention": [0.06123137101531029, 0.06123137101531029], "shape_95_point_marginal_case_coverage": [1.0, 1.0], "log_amplitude_95_intervals_control_intervention": [[-3.917144536972046, -3.0207321643829346], [-3.917144536972046, -3.0207321643829346]], "log_amplitude_95_case_covered_control_intervention": [true, true]}}}}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证据：{"prepared": "/SSD_2/pid-mcm-implementation/experiments/runs/physiology_semantic_tokenizer/semantic_response_discovery/20261002_v1/tokenizer/prepared/randomized/evaluation.npz", "prepared_metadata": "/SSD_2/pid-mcm-implementation/experiments/runs/physiology_semantic_tokenizer/semantic_response_discovery/20261002_v1/tokenizer/prepared/randomized/evaluation.json", "resolved_config": "/SSD_2/pid-mcm-implementation/experiments/runs/physiology_semantic_tokenizer/semantic_response_discovery/20261002_v1/tokenizer/resolved_tokenizer_config.json", "checkpoint": "/SSD_2/pid-mcm-implementation/experiments/runs/physiology_semantic_tokenizer/semantic_response_discovery/20261002_v1/tokenizer/fits/distribution_randomized_generator/seed_101/selected.pt", "reader": "/SSD_2/pid-mcm-implementation/experiments/runs/physiology_semantic_tokenizer/semantic_response_discovery/20261002_v1/source_snapshot_analysis_v1/experiments/scripts/train_semantic_response_tokenizer.py", "generator": "/SSD_2/pid-mcm-implementation/experiments/runs/physiology_semantic_tokenizer/semantic_response_discovery/20261002_v1/source_snapshot_analysis_v1/src/inference/semantic_response_synthetic.py", "model": "/SSD_2/pid-mcm-implementation/experiments/runs/physiology_semantic_tokenizer/semantic_response_discovery/20261002_v1/source_snapshot_analysis_v1/src/tokenizers/semantic_response_tokenizer.py", "existing_evaluation_record": "/SSD_2/pid-mcm-implementation/experiments/runs/physiology_semantic_tokenizer/semantic_response_discovery/20261002_v1/tokenizer/evaluation/distribution_randomized_generator/seed_101/record.json"}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图：/SSD_2/pid-mcm-implementation/docs/report/20261003_semantic_response_discovery_v1/figures/syn_wave_03a_amplitude_inputs_wide.png</a:t>
            </a:r>
          </a:p>
          <a:p>
            <a:r>
              <a:t>完整图注：真驱动×2使ln(RMS)改变ln2≈0.693；两种读出增益干预的真幅值均不变。图用实际α与HbO/HbR输入展示变化，再比较控制/干预的真log幅值及两个独立编码器的95%边际预测区间。EEG gain只乘有效log-power共同读出项，Hb gain只乘物理Hb均值响应；都不是人体绝对增益恢复。</a:t>
            </a:r>
          </a:p>
          <a:p>
            <a:r>
              <a:t>统计：{"true_a_amplitude": {"scenario": "true_a_amplitude", "base_id": "semantic_response_synthetic_v1/evaluation/0", "case_ids": ["semantic_response_synthetic_v1/evaluation/0/true_a_amplitude/control", "semantic_response_synthetic_v1/evaluation/0/true_a_amplitude/intervention"], "retained_row_indices": [2, 3], "mean_absolute_input_difference": {"eeg": 0.005215522833168507, "hb": 0.024924779310822487}, "bitwise_identical_inputs": {"eeg": false, "hb": false}, "bitwise_identical_input_masks": {"eeg": true, "hb": true}, "truth_shape_delta_RMS": 0.0, "truth_log_amplitude_delta": 0.693147180559945, "truth_parameter_control": {"kappa": 0.5287906662920887, "tau": 1.776437012002534}, "truth_parameter_intervention": {"kappa": 0.5287906662920887, "tau": 1.776437012002534}, "interpretation": "preselected_single_case_not_scenario_aggregate", "modalities": {"eeg": {"estimated_shape_delta_RMS": 0.023218629881739616, "estimated_log_amplitude_delta": 0.4398794174194336,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[0.03476537764072418, 0.03448038175702095], "shape_95_point_marginal_case_coverage": [0.9583333333333334, 1.0], "log_amplitude_95_intervals_control_intervention": [[-4.030062198638916, -2.9711403846740723], [-3.5677599906921387, -2.5536837577819824]], "log_amplitude_95_case_covered_control_intervention": [true, true]}, "hb": {"estimated_shape_delta_RMS": 0.046959586441516876, "estimated_log_amplitude_delta": 0.5203042030334473,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[0.06123137101531029, 0.057211559265851974], "shape_95_point_marginal_case_coverage": [1.0, 1.0], "log_amplitude_95_intervals_control_intervention": [[-3.917144536972046, -3.0207321643829346], [-3.430764675140381, -2.466503620147705]], "log_amplitude_95_case_covered_control_intervention": [true, true]}}}, "feature_gain_only": {"scenario": "feature_gain_only", "base_id": "semantic_response_synthetic_v1/evaluation/0", "case_ids": ["semantic_response_synthetic_v1/evaluation/0/feature_gain_only/control", "semantic_response_synthetic_v1/evaluation/0/feature_gain_only/intervention"], "retained_row_indices": [6, 7], "mean_absolute_input_difference": {"eeg": 0.004172418266534805, "hb": 0.0}, "bitwise_identical_inputs": {"eeg": false, "hb": true}, "bitwise_identical_input_masks": {"eeg": true, "hb": true}, "truth_shape_delta_RMS": 0.0, "truth_log_amplitude_delta": 0.0, "truth_parameter_control": {"kappa": 0.5287906662920887, "tau": 1.776437012002534}, "truth_parameter_intervention": {"kappa": 0.5287906662920887, "tau": 1.776437012002534}, "interpretation": "preselected_single_case_not_scenario_aggregate", "modalities": {"eeg": {"estimated_shape_delta_RMS": 0.017470555379986763, "estimated_log_amplitude_delta": 0.37532973289489746,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[0.03476537764072418, 0.032741643488407135], "shape_95_point_marginal_case_coverage": [0.9583333333333334, 1.0], "log_amplitude_95_intervals_control_intervention": [[-4.030062198638916, -2.9711403846740723], [-3.6068971157073975, -2.643646001815796]], "log_amplitude_95_case_covered_control_intervention": [true, true]}, "hb": {"estimated_shape_delta_RMS": 0.0, "estimated_log_amplitude_delta": 0.0, "all_exported_outputs_bitwise_identical": true, "outputs_bitwise_equal_by_key": {"shape_mean": true, "shape_log_sd": true, "log_amplitude_mean": true, "log_amplitude_log_sd": true, "observation_code": true, "reconstruction": true, "time_support": true, "channel_support": true, "log_amplitude_standardized_mean": true, "shape_sd": true, "log_amplitude_sd": true, "reconstruction_observation_coordinate": true}, "shape_MAE_control_intervention": [0.06123137101531029, 0.06123137101531029], "shape_95_point_marginal_case_coverage": [1.0, 1.0], "log_amplitude_95_intervals_control_intervention": [[-3.917144536972046, -3.0207321643829346], [-3.917144536972046, -3.0207321643829346]], "log_amplitude_95_case_covered_control_intervention": [true, true]}}}, "Hb_gain_only": {"scenario": "Hb_gain_only", "base_id": "semantic_response_synthetic_v1/evaluation/0", "case_ids": ["semantic_response_synthetic_v1/evaluation/0/Hb_gain_only/control", "semantic_response_synthetic_v1/evaluation/0/Hb_gain_only/intervention"], "retained_row_indices": [8, 9], "mean_absolute_input_difference": {"eeg": 0.0, "hb": 0.016850747168064117}, "bitwise_identical_inputs": {"eeg": true, "hb": false}, "bitwise_identical_input_masks": {"eeg": true, "hb": true}, "truth_shape_delta_RMS": 0.0, "truth_log_amplitude_delta": 0.0, "truth_parameter_control": {"kappa": 0.5287906662920887, "tau": 1.776437012002534}, "truth_parameter_intervention": {"kappa": 0.5287906662920887, "tau": 1.776437012002534}, "interpretation": "preselected_single_case_not_scenario_aggregate", "modalities": {"eeg": {"estimated_shape_delta_RMS": 0.0, "estimated_log_amplitude_delta": 0.0, "all_exported_outputs_bitwise_identical": true, "outputs_bitwise_equal_by_key": {"shape_mean": true, "shape_log_sd": true, "log_amplitude_mean": true, "log_amplitude_log_sd": true, "observation_code": true, "reconstruction": true, "time_support": true, "channel_support": true, "log_amplitude_standardized_mean": true, "shape_sd": true, "log_amplitude_sd": true, "reconstruction_observation_coordinate": true}, "shape_MAE_control_intervention": [0.03476537764072418, 0.03476537764072418], "shape_95_point_marginal_case_coverage": [0.9583333333333334, 0.9583333333333334], "log_amplitude_95_intervals_control_intervention": [[-4.030062198638916, -2.9711403846740723], [-4.030062198638916, -2.9711403846740723]], "log_amplitude_95_case_covered_control_intervention": [true, true]}, "hb": {"estimated_shape_delta_RMS": 0.05927759408950806, "estimated_log_amplitude_delta": 0.3667285442352295,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[0.06123137101531029, 0.07198145985603333], "shape_95_point_marginal_case_coverage": [1.0, 0.9333333333333333], "log_amplitude_95_intervals_control_intervention": [[-3.917144536972046, -3.0207321643829346], [-3.572793483734131, -2.6316261291503906]], "log_amplitude_95_case_covered_control_intervention": [true, true]}}}}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证据：{"prepared": "/SSD_2/pid-mcm-implementation/experiments/runs/physiology_semantic_tokenizer/semantic_response_discovery/20261002_v1/tokenizer/prepared/randomized/evaluation.npz", "prepared_metadata": "/SSD_2/pid-mcm-implementation/experiments/runs/physiology_semantic_tokenizer/semantic_response_discovery/20261002_v1/tokenizer/prepared/randomized/evaluation.json", "resolved_config": "/SSD_2/pid-mcm-implementation/experiments/runs/physiology_semantic_tokenizer/semantic_response_discovery/20261002_v1/tokenizer/resolved_tokenizer_config.json", "checkpoint": "/SSD_2/pid-mcm-implementation/experiments/runs/physiology_semantic_tokenizer/semantic_response_discovery/20261002_v1/tokenizer/fits/distribution_randomized_generator/seed_101/selected.pt", "reader": "/SSD_2/pid-mcm-implementation/experiments/runs/physiology_semantic_tokenizer/semantic_response_discovery/20261002_v1/source_snapshot_analysis_v1/experiments/scripts/train_semantic_response_tokenizer.py", "generator": "/SSD_2/pid-mcm-implementation/experiments/runs/physiology_semantic_tokenizer/semantic_response_discovery/20261002_v1/source_snapshot_analysis_v1/src/inference/semantic_response_synthetic.py", "model": "/SSD_2/pid-mcm-implementation/experiments/runs/physiology_semantic_tokenizer/semantic_response_discovery/20261002_v1/source_snapshot_analysis_v1/src/tokenizers/semantic_response_tokenizer.py", "existing_evaluation_record": "/SSD_2/pid-mcm-implementation/experiments/runs/physiology_semantic_tokenizer/semantic_response_discovery/20261002_v1/tokenizer/evaluation/distribution_randomized_generator/seed_101/record.json"}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图：/SSD_2/pid-mcm-implementation/docs/report/20261003_semantic_response_discovery_v1/figures/syn_wave_03b_amplitude_intervals_wide.png</a:t>
            </a:r>
          </a:p>
          <a:p>
            <a:r>
              <a:t>完整图注：真驱动×2使ln(RMS)改变ln2≈0.693；两种读出增益干预的真幅值均不变。图用实际α与HbO/HbR输入展示变化，再比较控制/干预的真log幅值及两个独立编码器的95%边际预测区间。EEG gain只乘有效log-power共同读出项，Hb gain只乘物理Hb均值响应；都不是人体绝对增益恢复。</a:t>
            </a:r>
          </a:p>
          <a:p>
            <a:r>
              <a:t>统计：{"true_a_amplitude": {"scenario": "true_a_amplitude", "base_id": "semantic_response_synthetic_v1/evaluation/0", "case_ids": ["semantic_response_synthetic_v1/evaluation/0/true_a_amplitude/control", "semantic_response_synthetic_v1/evaluation/0/true_a_amplitude/intervention"], "retained_row_indices": [2, 3], "mean_absolute_input_difference": {"eeg": 0.005215522833168507, "hb": 0.024924779310822487}, "bitwise_identical_inputs": {"eeg": false, "hb": false}, "bitwise_identical_input_masks": {"eeg": true, "hb": true}, "truth_shape_delta_RMS": 0.0, "truth_log_amplitude_delta": 0.693147180559945, "truth_parameter_control": {"kappa": 0.5287906662920887, "tau": 1.776437012002534}, "truth_parameter_intervention": {"kappa": 0.5287906662920887, "tau": 1.776437012002534}, "interpretation": "preselected_single_case_not_scenario_aggregate", "modalities": {"eeg": {"estimated_shape_delta_RMS": 0.023218629881739616, "estimated_log_amplitude_delta": 0.4398794174194336,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[0.03476537764072418, 0.03448038175702095], "shape_95_point_marginal_case_coverage": [0.9583333333333334, 1.0], "log_amplitude_95_intervals_control_intervention": [[-4.030062198638916, -2.9711403846740723], [-3.5677599906921387, -2.5536837577819824]], "log_amplitude_95_case_covered_control_intervention": [true, true]}, "hb": {"estimated_shape_delta_RMS": 0.046959586441516876, "estimated_log_amplitude_delta": 0.5203042030334473,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[0.06123137101531029, 0.057211559265851974], "shape_95_point_marginal_case_coverage": [1.0, 1.0], "log_amplitude_95_intervals_control_intervention": [[-3.917144536972046, -3.0207321643829346], [-3.430764675140381, -2.466503620147705]], "log_amplitude_95_case_covered_control_intervention": [true, true]}}}, "feature_gain_only": {"scenario": "feature_gain_only", "base_id": "semantic_response_synthetic_v1/evaluation/0", "case_ids": ["semantic_response_synthetic_v1/evaluation/0/feature_gain_only/control", "semantic_response_synthetic_v1/evaluation/0/feature_gain_only/intervention"], "retained_row_indices": [6, 7], "mean_absolute_input_difference": {"eeg": 0.004172418266534805, "hb": 0.0}, "bitwise_identical_inputs": {"eeg": false, "hb": true}, "bitwise_identical_input_masks": {"eeg": true, "hb": true}, "truth_shape_delta_RMS": 0.0, "truth_log_amplitude_delta": 0.0, "truth_parameter_control": {"kappa": 0.5287906662920887, "tau": 1.776437012002534}, "truth_parameter_intervention": {"kappa": 0.5287906662920887, "tau": 1.776437012002534}, "interpretation": "preselected_single_case_not_scenario_aggregate", "modalities": {"eeg": {"estimated_shape_delta_RMS": 0.017470555379986763, "estimated_log_amplitude_delta": 0.37532973289489746,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[0.03476537764072418, 0.032741643488407135], "shape_95_point_marginal_case_coverage": [0.9583333333333334, 1.0], "log_amplitude_95_intervals_control_intervention": [[-4.030062198638916, -2.9711403846740723], [-3.6068971157073975, -2.643646001815796]], "log_amplitude_95_case_covered_control_intervention": [true, true]}, "hb": {"estimated_shape_delta_RMS": 0.0, "estimated_log_amplitude_delta": 0.0, "all_exported_outputs_bitwise_identical": true, "outputs_bitwise_equal_by_key": {"shape_mean": true, "shape_log_sd": true, "log_amplitude_mean": true, "log_amplitude_log_sd": true, "observation_code": true, "reconstruction": true, "time_support": true, "channel_support": true, "log_amplitude_standardized_mean": true, "shape_sd": true, "log_amplitude_sd": true, "reconstruction_observation_coordinate": true}, "shape_MAE_control_intervention": [0.06123137101531029, 0.06123137101531029], "shape_95_point_marginal_case_coverage": [1.0, 1.0], "log_amplitude_95_intervals_control_intervention": [[-3.917144536972046, -3.0207321643829346], [-3.917144536972046, -3.0207321643829346]], "log_amplitude_95_case_covered_control_intervention": [true, true]}}}, "Hb_gain_only": {"scenario": "Hb_gain_only", "base_id": "semantic_response_synthetic_v1/evaluation/0", "case_ids": ["semantic_response_synthetic_v1/evaluation/0/Hb_gain_only/control", "semantic_response_synthetic_v1/evaluation/0/Hb_gain_only/intervention"], "retained_row_indices": [8, 9], "mean_absolute_input_difference": {"eeg": 0.0, "hb": 0.016850747168064117}, "bitwise_identical_inputs": {"eeg": true, "hb": false}, "bitwise_identical_input_masks": {"eeg": true, "hb": true}, "truth_shape_delta_RMS": 0.0, "truth_log_amplitude_delta": 0.0, "truth_parameter_control": {"kappa": 0.5287906662920887, "tau": 1.776437012002534}, "truth_parameter_intervention": {"kappa": 0.5287906662920887, "tau": 1.776437012002534}, "interpretation": "preselected_single_case_not_scenario_aggregate", "modalities": {"eeg": {"estimated_shape_delta_RMS": 0.0, "estimated_log_amplitude_delta": 0.0, "all_exported_outputs_bitwise_identical": true, "outputs_bitwise_equal_by_key": {"shape_mean": true, "shape_log_sd": true, "log_amplitude_mean": true, "log_amplitude_log_sd": true, "observation_code": true, "reconstruction": true, "time_support": true, "channel_support": true, "log_amplitude_standardized_mean": true, "shape_sd": true, "log_amplitude_sd": true, "reconstruction_observation_coordinate": true}, "shape_MAE_control_intervention": [0.03476537764072418, 0.03476537764072418], "shape_95_point_marginal_case_coverage": [0.9583333333333334, 0.9583333333333334], "log_amplitude_95_intervals_control_intervention": [[-4.030062198638916, -2.9711403846740723], [-4.030062198638916, -2.9711403846740723]], "log_amplitude_95_case_covered_control_intervention": [true, true]}, "hb": {"estimated_shape_delta_RMS": 0.05927759408950806, "estimated_log_amplitude_delta": 0.3667285442352295,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[0.06123137101531029, 0.07198145985603333], "shape_95_point_marginal_case_coverage": [1.0, 0.9333333333333333], "log_amplitude_95_intervals_control_intervention": [[-3.917144536972046, -3.0207321643829346], [-3.572793483734131, -2.6316261291503906]], "log_amplitude_95_case_covered_control_intervention": [true, true]}}}}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证据：{"prepared": "/SSD_2/pid-mcm-implementation/experiments/runs/physiology_semantic_tokenizer/semantic_response_discovery/20261002_v1/tokenizer/prepared/randomized/evaluation.npz", "prepared_metadata": "/SSD_2/pid-mcm-implementation/experiments/runs/physiology_semantic_tokenizer/semantic_response_discovery/20261002_v1/tokenizer/prepared/randomized/evaluation.json", "resolved_config": "/SSD_2/pid-mcm-implementation/experiments/runs/physiology_semantic_tokenizer/semantic_response_discovery/20261002_v1/tokenizer/resolved_tokenizer_config.json", "checkpoint": "/SSD_2/pid-mcm-implementation/experiments/runs/physiology_semantic_tokenizer/semantic_response_discovery/20261002_v1/tokenizer/fits/distribution_randomized_generator/seed_101/selected.pt", "reader": "/SSD_2/pid-mcm-implementation/experiments/runs/physiology_semantic_tokenizer/semantic_response_discovery/20261002_v1/source_snapshot_analysis_v1/experiments/scripts/train_semantic_response_tokenizer.py", "generator": "/SSD_2/pid-mcm-implementation/experiments/runs/physiology_semantic_tokenizer/semantic_response_discovery/20261002_v1/source_snapshot_analysis_v1/src/inference/semantic_response_synthetic.py", "model": "/SSD_2/pid-mcm-implementation/experiments/runs/physiology_semantic_tokenizer/semantic_response_discovery/20261002_v1/source_snapshot_analysis_v1/src/tokenizers/semantic_response_tokenizer.py", "existing_evaluation_record": "/SSD_2/pid-mcm-implementation/experiments/runs/physiology_semantic_tokenizer/semantic_response_discovery/20261002_v1/tokenizer/evaluation/distribution_randomized_generator/seed_101/record.json"}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图：/SSD_2/pid-mcm-implementation/docs/report/20261003_semantic_response_discovery_v1/figures/syn_wave_04_exact_joint_alias_wide_v2.png</a:t>
            </a:r>
          </a:p>
          <a:p>
            <a:r>
              <a:t>完整图注：冻结生成器显式构造a×2、EEG共同读出增益×1/2及Hb观测项精确补偿。全30个EEG通道和双Hb通道输入差MAE都为0，mask相同，两分支全部导出输出逐位相同，而真log幅值差为ln2。这是确定性的不可辨识构造；它不能通过网络容量解决，也不能因不符合普通噪声分布而从评价分母删除。该个案的区间是否覆盖两个幅值仅为局部演示。</a:t>
            </a:r>
          </a:p>
          <a:p>
            <a:r>
              <a:t>统计：{"exact_joint_alias": {"scenario": "exact_joint_alias", "base_id": "semantic_response_synthetic_v1/evaluation/0", "case_ids": ["semantic_response_synthetic_v1/evaluation/0/exact_joint_alias/control", "semantic_response_synthetic_v1/evaluation/0/exact_joint_alias/intervention"], "retained_row_indices": [38, 39], "mean_absolute_input_difference": {"eeg": 0.0, "hb": 0.0}, "bitwise_identical_inputs": {"eeg": true, "hb": true}, "bitwise_identical_input_masks": {"eeg": true, "hb": true}, "truth_shape_delta_RMS": 0.0, "truth_log_amplitude_delta": 0.693147180559945, "truth_parameter_control": {"kappa": 0.5287906662920887, "tau": 1.776437012002534}, "truth_parameter_intervention": {"kappa": 0.5287906662920887, "tau": 1.776437012002534}, "interpretation": "preselected_single_case_not_scenario_aggregate", "modalities": {"eeg": {"estimated_shape_delta_RMS": 0.0, "estimated_log_amplitude_delta": 0.0, "all_exported_outputs_bitwise_identical": true, "outputs_bitwise_equal_by_key": {"shape_mean": true, "shape_log_sd": true, "log_amplitude_mean": true, "log_amplitude_log_sd": true, "observation_code": true, "reconstruction": true, "time_support": true, "channel_support": true, "log_amplitude_standardized_mean": true, "shape_sd": true, "log_amplitude_sd": true, "reconstruction_observation_coordinate": true}, "shape_MAE_control_intervention": [0.03476537764072418, 0.03476537764072418], "shape_95_point_marginal_case_coverage": [0.9583333333333334, 0.9583333333333334], "log_amplitude_95_intervals_control_intervention": [[-4.030062198638916, -2.9711403846740723], [-4.030062198638916, -2.9711403846740723]], "log_amplitude_95_case_covered_control_intervention": [true, false]}, "hb": {"estimated_shape_delta_RMS": 0.0, "estimated_log_amplitude_delta": 0.0, "all_exported_outputs_bitwise_identical": true, "outputs_bitwise_equal_by_key": {"shape_mean": true, "shape_log_sd": true, "log_amplitude_mean": true, "log_amplitude_log_sd": true, "observation_code": true, "reconstruction": true, "time_support": true, "channel_support": true, "log_amplitude_standardized_mean": true, "shape_sd": true, "log_amplitude_sd": true, "reconstruction_observation_coordinate": true}, "shape_MAE_control_intervention": [0.06123137101531029, 0.06123137101531029], "shape_95_point_marginal_case_coverage": [1.0, 1.0], "log_amplitude_95_intervals_control_intervention": [[-3.917144536972046, -3.0207321643829346], [-3.917144536972046, -3.0207321643829346]], "log_amplitude_95_case_covered_control_intervention": [true, false]}}}}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证据：{"prepared": "/SSD_2/pid-mcm-implementation/experiments/runs/physiology_semantic_tokenizer/semantic_response_discovery/20261002_v1/tokenizer/prepared/randomized/evaluation.npz", "prepared_metadata": "/SSD_2/pid-mcm-implementation/experiments/runs/physiology_semantic_tokenizer/semantic_response_discovery/20261002_v1/tokenizer/prepared/randomized/evaluation.json", "resolved_config": "/SSD_2/pid-mcm-implementation/experiments/runs/physiology_semantic_tokenizer/semantic_response_discovery/20261002_v1/tokenizer/resolved_tokenizer_config.json", "checkpoint": "/SSD_2/pid-mcm-implementation/experiments/runs/physiology_semantic_tokenizer/semantic_response_discovery/20261002_v1/tokenizer/fits/distribution_randomized_generator/seed_101/selected.pt", "reader": "/SSD_2/pid-mcm-implementation/experiments/runs/physiology_semantic_tokenizer/semantic_response_discovery/20261002_v1/source_snapshot_analysis_v1/experiments/scripts/train_semantic_response_tokenizer.py", "generator": "/SSD_2/pid-mcm-implementation/experiments/runs/physiology_semantic_tokenizer/semantic_response_discovery/20261002_v1/source_snapshot_analysis_v1/src/inference/semantic_response_synthetic.py", "model": "/SSD_2/pid-mcm-implementation/experiments/runs/physiology_semantic_tokenizer/semantic_response_discovery/20261002_v1/source_snapshot_analysis_v1/src/tokenizers/semantic_response_tokenizer.py", "existing_evaluation_record": "/SSD_2/pid-mcm-implementation/experiments/runs/physiology_semantic_tokenizer/semantic_response_discovery/20261002_v1/tokenizer/evaluation/distribution_randomized_generator/seed_101/record.json"}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图：/SSD_2/pid-mcm-implementation/docs/report/20261003_semantic_response_discovery_v1/figures/syn_wave_05_ood_impulse_wide_v2.png</a:t>
            </a:r>
          </a:p>
          <a:p>
            <a:r>
              <a:t>完整图注：保留的non_dct_impulse干预在索引29/43/64/83加入短脉冲，真源仍在token聚合前定义且RMS幅值保持固定。模型只有离线卷积上下文，训练source族为慢DCT脉冲；Hb动力学会平滑尖峰。完整观测重建较平滑或贴近输入，不保证尖峰shape恢复。阴影仅为selection校准后的点边际预测区间；本图的120点覆盖比例不能代表整个OOD场景或独立样本覆盖率。</a:t>
            </a:r>
          </a:p>
          <a:p>
            <a:r>
              <a:t>统计：{"non_dct_impulse": {"scenario": "non_dct_impulse", "base_id": "semantic_response_synthetic_v1/evaluation/0", "case_ids": ["semantic_response_synthetic_v1/evaluation/0/non_dct_impulse/control", "semantic_response_synthetic_v1/evaluation/0/non_dct_impulse/intervention"], "retained_row_indices": [16, 17], "mean_absolute_input_difference": {"eeg": 0.005922503769397736, "hb": 0.022041894495487213}, "bitwise_identical_inputs": {"eeg": false, "hb": false}, "bitwise_identical_input_masks": {"eeg": true, "hb": true}, "truth_shape_delta_RMS": 1.3790744543075562, "truth_log_amplitude_delta": 0.0, "truth_parameter_control": {"kappa": 0.5287906662920887, "tau": 1.776437012002534}, "truth_parameter_intervention": {"kappa": 0.5287906662920887, "tau": 1.776437012002534}, "interpretation": "preselected_single_case_not_scenario_aggregate", "modalities": {"eeg": {"estimated_shape_delta_RMS": 0.9276583194732666, "estimated_log_amplitude_delta": -0.6099648475646973,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[0.03476537764072418, 0.5164306163787842], "shape_95_point_marginal_case_coverage": [0.9583333333333334, 0.39166666666666666], "log_amplitude_95_intervals_control_intervention": [[-4.030062198638916, -2.9711403846740723], [-4.275298595428467, -3.945833683013916]], "log_amplitude_95_case_covered_control_intervention": [true, false]}, "hb": {"estimated_shape_delta_RMS": 0.6724743247032166, "estimated_log_amplitude_delta": -0.8921704292297363,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[0.06123137101531029, 0.6134157776832581], "shape_95_point_marginal_case_coverage": [1.0, 0.7166666666666667], "log_amplitude_95_intervals_control_intervention": [[-3.917144536972046, -3.0207321643829346], [-4.539799690246582, -4.182417869567871]], "log_amplitude_95_case_covered_control_intervention": [true, false]}}}}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证据：{"prepared": "/SSD_2/pid-mcm-implementation/experiments/runs/physiology_semantic_tokenizer/semantic_response_discovery/20261002_v1/tokenizer/prepared/randomized/evaluation.npz", "prepared_metadata": "/SSD_2/pid-mcm-implementation/experiments/runs/physiology_semantic_tokenizer/semantic_response_discovery/20261002_v1/tokenizer/prepared/randomized/evaluation.json", "resolved_config": "/SSD_2/pid-mcm-implementation/experiments/runs/physiology_semantic_tokenizer/semantic_response_discovery/20261002_v1/tokenizer/resolved_tokenizer_config.json", "checkpoint": "/SSD_2/pid-mcm-implementation/experiments/runs/physiology_semantic_tokenizer/semantic_response_discovery/20261002_v1/tokenizer/fits/distribution_randomized_generator/seed_101/selected.pt", "reader": "/SSD_2/pid-mcm-implementation/experiments/runs/physiology_semantic_tokenizer/semantic_response_discovery/20261002_v1/source_snapshot_analysis_v1/experiments/scripts/train_semantic_response_tokenizer.py", "generator": "/SSD_2/pid-mcm-implementation/experiments/runs/physiology_semantic_tokenizer/semantic_response_discovery/20261002_v1/source_snapshot_analysis_v1/src/inference/semantic_response_synthetic.py", "model": "/SSD_2/pid-mcm-implementation/experiments/runs/physiology_semantic_tokenizer/semantic_response_discovery/20261002_v1/source_snapshot_analysis_v1/src/tokenizers/semantic_response_tokenizer.py", "existing_evaluation_record": "/SSD_2/pid-mcm-implementation/experiments/runs/physiology_semantic_tokenizer/semantic_response_discovery/20261002_v1/tokenizer/evaluation/distribution_randomized_generator/seed_101/record.json"}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图：/SSD_2/pid-mcm-implementation/docs/report/20261003_semantic_response_discovery_v1/figures/syn_wave_06_tau_response_wide_v2.png</a:t>
            </a:r>
          </a:p>
          <a:p>
            <a:r>
              <a:t>完整图注：保留tau_change场景使τ从1.7764s乘1.6到2.8423s，κ=0.5288在该对中固定；本轮没有独立κ-change评价场景。真驱动、EEG、共同Hb项及配对噪声保持不变。右下由生成器真物理响应验证Hb差异来源，左下和中下显示编码器语义输出是否随动力学变化移动。网络没有显式τ/κ估计头，因此语义改变不能被解释成已分离恢复的血管参数。</a:t>
            </a:r>
          </a:p>
          <a:p>
            <a:r>
              <a:t>统计：{"tau_change": {"scenario": "tau_change", "base_id": "semantic_response_synthetic_v1/evaluation/0", "case_ids": ["semantic_response_synthetic_v1/evaluation/0/tau_change/control", "semantic_response_synthetic_v1/evaluation/0/tau_change/intervention"], "retained_row_indices": [12, 13], "mean_absolute_input_difference": {"eeg": 0.0, "hb": 0.0030409565661102533}, "bitwise_identical_inputs": {"eeg": true, "hb": false}, "bitwise_identical_input_masks": {"eeg": true, "hb": true}, "truth_shape_delta_RMS": 0.0, "truth_log_amplitude_delta": 0.0, "truth_parameter_control": {"kappa": 0.5287906662920887, "tau": 1.776437012002534}, "truth_parameter_intervention": {"kappa": 0.5287906662920887, "tau": 2.8422992192040546}, "interpretation": "preselected_single_case_not_scenario_aggregate", "modalities": {"eeg": {"estimated_shape_delta_RMS": 0.0, "estimated_log_amplitude_delta": 0.0, "all_exported_outputs_bitwise_identical": true, "outputs_bitwise_equal_by_key": {"shape_mean": true, "shape_log_sd": true, "log_amplitude_mean": true, "log_amplitude_log_sd": true, "observation_code": true, "reconstruction": true, "time_support": true, "channel_support": true, "log_amplitude_standardized_mean": true, "shape_sd": true, "log_amplitude_sd": true, "reconstruction_observation_coordinate": true}, "shape_MAE_control_intervention": [0.03476537764072418, 0.03476537764072418], "shape_95_point_marginal_case_coverage": [0.9583333333333334, 0.9583333333333334], "log_amplitude_95_intervals_control_intervention": [[-4.030062198638916, -2.9711403846740723], [-4.030062198638916, -2.9711403846740723]], "log_amplitude_95_case_covered_control_intervention": [true, true]}, "hb": {"estimated_shape_delta_RMS": 0.02267414890229702, "estimated_log_amplitude_delta": -0.014455795288085938,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[0.06123137101531029, 0.06922491639852524], "shape_95_point_marginal_case_coverage": [1.0, 1.0], "log_amplitude_95_intervals_control_intervention": [[-3.917144536972046, -3.0207321643829346], [-3.9067986011505127, -3.0599896907806396]], "log_amplitude_95_case_covered_control_intervention": [true, true]}}}}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证据：{"prepared": "/SSD_2/pid-mcm-implementation/experiments/runs/physiology_semantic_tokenizer/semantic_response_discovery/20261002_v1/tokenizer/prepared/randomized/evaluation.npz", "prepared_metadata": "/SSD_2/pid-mcm-implementation/experiments/runs/physiology_semantic_tokenizer/semantic_response_discovery/20261002_v1/tokenizer/prepared/randomized/evaluation.json", "resolved_config": "/SSD_2/pid-mcm-implementation/experiments/runs/physiology_semantic_tokenizer/semantic_response_discovery/20261002_v1/tokenizer/resolved_tokenizer_config.json", "checkpoint": "/SSD_2/pid-mcm-implementation/experiments/runs/physiology_semantic_tokenizer/semantic_response_discovery/20261002_v1/tokenizer/fits/distribution_randomized_generator/seed_101/selected.pt", "reader": "/SSD_2/pid-mcm-implementation/experiments/runs/physiology_semantic_tokenizer/semantic_response_discovery/20261002_v1/source_snapshot_analysis_v1/experiments/scripts/train_semantic_response_tokenizer.py", "generator": "/SSD_2/pid-mcm-implementation/experiments/runs/physiology_semantic_tokenizer/semantic_response_discovery/20261002_v1/source_snapshot_analysis_v1/src/inference/semantic_response_synthetic.py", "model": "/SSD_2/pid-mcm-implementation/experiments/runs/physiology_semantic_tokenizer/semantic_response_discovery/20261002_v1/source_snapshot_analysis_v1/src/tokenizers/semantic_response_tokenizer.py", "existing_evaluation_record": "/SSD_2/pid-mcm-implementation/experiments/runs/physiology_semantic_tokenizer/semantic_response_discovery/20261002_v1/tokenizer/evaluation/distribution_randomized_generator/seed_101/record.json"}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图：/SSD_2/pid-mcm-implementation/docs/report/20261003_semantic_response_discovery_v1/figures/syn_wave_07_correlated_hb_wide_v2.png</a:t>
            </a:r>
          </a:p>
          <a:p>
            <a:r>
              <a:t>完整图注：干预把共同Hb项幅值增加0.008，并将其与规定驱动的参考RMS归一化内积设为0.85；该合同量不是全窗Pearson相关（本例Pearson为0.883）。真a、EEG与血管物理响应未变。上排左两图是生成器真值提供的物理响应、附加Hb项与噪声，三者在观测坐标闭合。上排右图是网络完整重建；非线性decoder拼接S均值与O代码，所以semantic decode + observation latent不是两条可相加的物理Hb成分。右下相关只是已知生成构造，不足以在实测中唯一识别来源；语义输出移动仅显示该个案的归属敏感性。</a:t>
            </a:r>
          </a:p>
          <a:p>
            <a:r>
              <a:t>统计：{"correlated_Hb_component": {"scenario": "correlated_Hb_component", "base_id": "semantic_response_synthetic_v1/evaluation/0", "case_ids": ["semantic_response_synthetic_v1/evaluation/0/correlated_Hb_component/control", "semantic_response_synthetic_v1/evaluation/0/correlated_Hb_component/intervention"], "retained_row_indices": [24, 25], "mean_absolute_input_difference": {"eeg": 0.0, "hb": 0.003685145638883114}, "bitwise_identical_inputs": {"eeg": true, "hb": false}, "bitwise_identical_input_masks": {"eeg": true, "hb": true}, "truth_shape_delta_RMS": 0.0, "truth_log_amplitude_delta": 0.0, "truth_parameter_control": {"kappa": 0.5287906662920887, "tau": 1.776437012002534}, "truth_parameter_intervention": {"kappa": 0.5287906662920887, "tau": 1.776437012002534}, "interpretation": "preselected_single_case_not_scenario_aggregate", "modalities": {"eeg": {"estimated_shape_delta_RMS": 0.0, "estimated_log_amplitude_delta": 0.0, "all_exported_outputs_bitwise_identical": true, "outputs_bitwise_equal_by_key": {"shape_mean": true, "shape_log_sd": true, "log_amplitude_mean": true, "log_amplitude_log_sd": true, "observation_code": true, "reconstruction": true, "time_support": true, "channel_support": true, "log_amplitude_standardized_mean": true, "shape_sd": true, "log_amplitude_sd": true, "reconstruction_observation_coordinate": true}, "shape_MAE_control_intervention": [0.03476537764072418, 0.03476537764072418], "shape_95_point_marginal_case_coverage": [0.9583333333333334, 0.9583333333333334], "log_amplitude_95_intervals_control_intervention": [[-4.030062198638916, -2.9711403846740723], [-4.030062198638916, -2.9711403846740723]], "log_amplitude_95_case_covered_control_intervention": [true, true]}, "hb": {"estimated_shape_delta_RMS": 0.26586002111434937, "estimated_log_amplitude_delta": -0.1833486557006836, "all_exported_outputs_bitwise_identical": false, "outputs_bitwise_equal_by_key": {"shape_mean": false, "shape_log_sd": false, "log_amplitude_mean": false, "log_amplitude_log_sd": false, "observation_code": false, "reconstruction": false, "time_support": true, "channel_support": true, "log_amplitude_standardized_mean": false, "shape_sd": false, "log_amplitude_sd": false, "reconstruction_observation_coordinate": false}, "shape_MAE_control_intervention": [0.06123137101531029, 0.20147399604320526], "shape_95_point_marginal_case_coverage": [1.0, 0.5416666666666666], "log_amplitude_95_intervals_control_intervention": [[-3.917144536972046, -3.0207321643829346], [-4.10614013671875, -3.1984336376190186]], "log_amplitude_95_case_covered_control_intervention": [true, true]}}, "true_component_source_Pearson_correlation": 0.8829964900223256, "true_component_source_reference_RMS_inner_product": 0.8499999988262779}}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证据：train_semantic_response_tokenizer.py: probe / fit_public_probe; public_probes/*/selection.json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图：/SSD_2/pid-mcm-implementation/docs/report/20261003_semantic_response_discovery_v1/figures/method_public_probe.png</a:t>
            </a:r>
          </a:p>
          <a:p>
            <a:r>
              <a:t>完整图注：context_raw 只是“未编码的 prepared 上下文”，并不是原生 EEG 电压或原始光强。</a:t>
            </a:r>
          </a:p>
          <a:p>
            <a:r>
              <a:t>统计：{}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证据：["tokenizer/public_probes/distribution_randomized_generator/seed_*/records.csv", "tokenizer/summary.json:public_probes"]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图：/SSD_2/pid-mcm-implementation/docs/report/20261003_semantic_response_discovery_v1/figures/quant_16_public_probe_seed_lines.png</a:t>
            </a:r>
          </a:p>
          <a:p>
            <a:r>
              <a:t>完整图注：40点前缀NRMSE种子均值依次为1.2286、1.1517、1.1554、1.1393。O改善上下文基线；加入S后NRMSE与CRPS均未进一步改善，等容量纯观测表征更好。三种子共享同15评价被试。</a:t>
            </a:r>
          </a:p>
          <a:p>
            <a:r>
              <a:t>统计：[{"arm": "distribution_randomized_generator", "optimization_seed": 101, "prefix_steps": 40, "method": "context_plus_O", "NRMSE": 1.15216743739782, "CRPS_training_SD": 0.7913608199172352}, {"arm": "distribution_randomized_generator", "optimization_seed": 101, "prefix_steps": 40, "method": "context_plus_O_plus_S", "NRMSE": 1.1566715529022809, "CRPS_training_SD": 0.7939596817288864}, {"arm": "distribution_randomized_generator", "optimization_seed": 101, "prefix_steps": 40, "method": "context_plus_capacity_matched_observation_only", "NRMSE": 1.1311118641912559, "CRPS_training_SD": 0.777238834572008}, {"arm": "distribution_randomized_generator", "optimization_seed": 101, "prefix_steps": 40, "method": "context_raw", "NRMSE": 1.2286118055851765, "CRPS_training_SD": 0.8462336038550354}, {"arm": "distribution_randomized_generator", "optimization_seed": 202, "prefix_steps": 40, "method": "context_plus_O", "NRMSE": 1.145994653366728, "CRPS_training_SD": 0.7851832273726348}, {"arm": "distribution_randomized_generator", "optimization_seed": 202, "prefix_steps": 40, "method": "context_plus_O_plus_S", "NRMSE": 1.152160497275535, "CRPS_training_SD": 0.7889572680275757}, {"arm": "distribution_randomized_generator", "optimization_seed": 202, "prefix_steps": 40, "method": "context_plus_capacity_matched_observation_only", "NRMSE": 1.1484306837335514, "CRPS_training_SD": 0.7875701394090635}, {"arm": "distribution_randomized_generator", "optimization_seed": 202, "prefix_steps": 40, "method": "context_raw", "NRMSE": 1.2286118055851765, "CRPS_training_SD": 0.8462336038550354}, {"arm": "distribution_randomized_generator", "optimization_seed": 303, "prefix_steps": 40, "method": "context_plus_O", "NRMSE": 1.1568754392166378, "CRPS_training_SD": 0.7936571575122672}, {"arm": "distribution_randomized_generator", "optimization_seed": 303, "prefix_steps": 40, "method": "context_plus_O_plus_S", "NRMSE": 1.1573255805118603, "CRPS_training_SD": 0.7935003283748925}, {"arm": "distribution_randomized_generator", "optimization_seed": 303, "prefix_steps": 40, "method": "context_plus_capacity_matched_observation_only", "NRMSE": 1.1383381862833415, "CRPS_training_SD": 0.7799938571349334}, {"arm": "distribution_randomized_generator", "optimization_seed": 303, "prefix_steps": 40, "method": "context_raw", "NRMSE": 1.2286118055851765, "CRPS_training_SD": 0.8462336038550354}]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证据：["tokenizer/public_probes/distribution_randomized_generator/seed_*/records.csv"]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图：/SSD_2/pid-mcm-implementation/docs/report/20261003_semantic_response_discovery_v1/figures/quant_17_public_probe_dataset_prefix.png</a:t>
            </a:r>
          </a:p>
          <a:p>
            <a:r>
              <a:t>完整图注：每行固定同一数据集与目标Hb前缀；每格为先被试等权后取三优化种子均值。0点前缀完全排除目标Hb tokens，40点前缀保留可见目标Hb；表征收益依赖前缀与数据集，不能把总平均推广到所有数据边界。</a:t>
            </a:r>
          </a:p>
          <a:p>
            <a:r>
              <a:t>统计：[{"prefix_steps": 0, "dataset": "eeg_fnirs_single_trial", "metric": "NRMSE", "method": "context_raw", "optimization_seed_mean": 1.172716713840986}, {"prefix_steps": 0, "dataset": "eeg_fnirs_single_trial", "metric": "NRMSE", "method": "context_plus_O", "optimization_seed_mean": 1.1776151865192737}, {"prefix_steps": 0, "dataset": "eeg_fnirs_single_trial", "metric": "NRMSE", "method": "context_plus_O_plus_S", "optimization_seed_mean": 1.1790569270669546}, {"prefix_steps": 0, "dataset": "eeg_fnirs_single_trial", "metric": "NRMSE", "method": "context_plus_capacity_matched_observation_only", "optimization_seed_mean": 1.1705125977420787}, {"prefix_steps": 0, "dataset": "simultaneous_eeg_nirs", "metric": "NRMSE", "method": "context_raw", "optimization_seed_mean": 1.7470778471636492}, {"prefix_steps": 0, "dataset": "simultaneous_eeg_nirs", "metric": "NRMSE", "method": "context_plus_O", "optimization_seed_mean": 1.751763854833816}, {"prefix_steps": 0, "dataset": "simultaneous_eeg_nirs", "metric": "NRMSE", "method": "context_plus_O_plus_S", "optimization_seed_mean": 1.7557152431067156}, {"prefix_steps": 0, "dataset": "simultaneous_eeg_nirs", "metric": "NRMSE", "method": "context_plus_capacity_matched_observation_only", "optimization_seed_mean": 1.7497931304222478}, {"prefix_steps": 0, "dataset": "visual_cognitive_motivation", "metric": "NRMSE", "method": "context_raw", "optimization_seed_mean": 0.963936893507095}, {"prefix_steps": 0, "dataset": "visual_cognitive_motivation", "metric": "NRMSE", "method": "context_plus_O", "optimization_seed_mean": 0.9660007533868932}, {"prefix_steps": 0, "dataset": "visual_cognitive_motivation", "metric": "NRMSE", "method": "context_plus_O_plus_S", "optimization_seed_mean": 0.9700439016963913}, {"prefix_steps": 0, "dataset": "visual_cognitive_motivation", "metric": "NRMSE", "method": "context_plus_capacity_matched_observation_only", "optimization_seed_mean": 0.9662104514015253}, {"prefix_steps": 40, "dataset": "eeg_fnirs_single_trial", "metric": "NRMSE", "method": "context_raw", "optimization_seed_mean": 1.1065576826054788}, {"prefix_steps": 40, "dataset": "eeg_fnirs_single_trial", "metric": "NRMSE", "method": "context_plus_O", "optimization_seed_mean": 1.0365206767062223}, {"prefix_steps": 40, "dataset": "eeg_fnirs_single_trial", "metric": "NRMSE", "method": "context_plus_O_plus_S", "optimization_seed_mean": 1.0386616334268604}, {"prefix_steps": 40, "dataset": "eeg_fnirs_single_trial", "metric": "NRMSE", "method": "context_plus_capacity_matched_observation_only", "optimization_seed_mean": 1.0276402179134456}, {"prefix_steps": 40, "dataset": "simultaneous_eeg_nirs", "metric": "NRMSE", "method": "context_raw", "optimization_seed_mean": 1.6711727905353417}, {"prefix_steps": 40, "dataset": "simultaneous_eeg_nirs", "metric": "NRMSE", "method": "context_plus_O", "optimization_seed_mean": 1.5988561438684499}, {"prefix_steps": 40, "dataset": "simultaneous_eeg_nirs", "metric": "NRMSE", "method": "context_plus_O_plus_S", "optimization_seed_mean": 1.611107849398837}, {"prefix_steps": 40, "dataset": "simultaneous_eeg_nirs", "metric": "NRMSE", "method": "context_plus_capacity_matched_observation_only", "optimization_seed_mean": 1.5941522107382766}, {"prefix_steps": 40, "dataset": "visual_cognitive_motivation", "metric": "NRMSE", "method": "context_raw", "optimization_seed_mean": 0.9081049436147085}, {"prefix_steps": 40, "dataset": "visual_cognitive_motivation", "metric": "NRMSE", "method": "context_plus_O", "optimization_seed_mean": 0.8196607094065139}, {"prefix_steps": 40, "dataset": "visual_cognitive_motivation", "metric": "NRMSE", "method": "context_plus_O_plus_S", "optimization_seed_mean": 0.8163881478639786}, {"prefix_steps": 40, "dataset": "visual_cognitive_motivation", "metric": "NRMSE", "method": "context_plus_capacity_matched_observation_only", "optimization_seed_mean": 0.7960883055564265}, {"prefix_steps": 0, "dataset": "eeg_fnirs_single_trial", "metric": "CRPS_training_SD", "method": "context_raw", "optimization_seed_mean": 0.7649406960928972}, {"prefix_steps": 0, "dataset": "eeg_fnirs_single_trial", "metric": "CRPS_training_SD", "method": "context_plus_O", "optimization_seed_mean": 0.7678012115444703}, {"prefix_steps": 0, "dataset": "eeg_fnirs_single_trial", "metric": "CRPS_training_SD", "method": "context_plus_O_plus_S", "optimization_seed_mean": 0.7688098961268693}, {"prefix_steps": 0, "dataset": "eeg_fnirs_single_trial", "metric": "CRPS_training_SD", "method": "context_plus_capacity_matched_observation_only", "optimization_seed_mean": 0.7649683682913938}, {"prefix_steps": 0, "dataset": "simultaneous_eeg_nirs", "metric": "CRPS_training_SD", "method": "context_raw", "optimization_seed_mean": 1.2745642313313446}, {"prefix_steps": 0, "dataset": "simultaneous_eeg_nirs", "metric": "CRPS_training_SD", "method": "context_plus_O", "optimization_seed_mean": 1.2772576622624439}, {"prefix_steps": 0, "dataset": "simultaneous_eeg_nirs", "metric": "CRPS_training_SD", "method": "context_plus_O_plus_S", "optimization_seed_mean": 1.2791151669358276}, {"prefix_steps": 0, "dataset": "simultaneous_eeg_nirs", "metric": "CRPS_training_SD", "method": "context_plus_capacity_matched_observation_only", "optimization_seed_mean": 1.2764633458374528}, {"prefix_steps": 0, "dataset": "visual_cognitive_motivation", "metric": "CRPS_training_SD", "method": "context_raw", "optimization_seed_mean": 0.6452422031727458}, {"prefix_steps": 0, "dataset": "visual_cognitive_motivation", "metric": "CRPS_training_SD", "method": "context_plus_O", "optimization_seed_mean": 0.6454382033092946}, {"prefix_steps": 0, "dataset": "visual_cognitive_motivation", "metric": "CRPS_training_SD", "method": "context_plus_O_plus_S", "optimization_seed_mean": 0.6472128087534511}, {"prefix_steps": 0, "dataset": "visual_cognitive_motivation", "metric": "CRPS_training_SD", "method": "context_plus_capacity_matched_observation_only", "optimization_seed_mean": 0.6460131227601736}, {"prefix_steps": 40, "dataset": "eeg_fnirs_single_trial", "metric": "CRPS_training_SD", "method": "context_raw", "optimization_seed_mean": 0.7190316618012172}, {"prefix_steps": 40, "dataset": "eeg_fnirs_single_trial", "metric": "CRPS_training_SD", "method": "context_plus_O", "optimization_seed_mean": 0.670686596264675}, {"prefix_steps": 40, "dataset": "eeg_fnirs_single_trial", "metric": "CRPS_training_SD", "method": "context_plus_O_plus_S", "optimization_seed_mean": 0.6709241848356996}, {"prefix_steps": 40, "dataset": "eeg_fnirs_single_trial", "metric": "CRPS_training_SD", "method": "context_plus_capacity_matched_observation_only", "optimization_seed_mean": 0.665405662680222}, {"prefix_steps": 40, "dataset": "simultaneous_eeg_nirs", "metric": "CRPS_training_SD", "method": "context_raw", "optimization_seed_mean": 1.218786090998486}, {"prefix_steps": 40, "dataset": "simultaneous_eeg_nirs", "metric": "CRPS_training_SD", "method": "context_plus_O", "optimization_seed_mean": 1.1625923302300196}, {"prefix_steps": 40, "dataset": "simultaneous_eeg_nirs", "metric": "CRPS_training_SD", "method": "context_plus_O_plus_S", "optimization_seed_mean": 1.1706871409504955}, {"prefix_steps": 40, "dataset": "simultaneous_eeg_nirs", "metric": "CRPS_training_SD", "method": "context_plus_capacity_matched_observation_only", "optimization_seed_mean": 1.15567228396734}, {"prefix_steps": 40, "dataset": "visual_cognitive_motivation", "metric": "CRPS_training_SD", "method": "context_raw", "optimization_seed_mean": 0.6008830587654029}, {"prefix_steps": 40, "dataset": "visual_cognitive_motivation", "metric": "CRPS_training_SD", "method": "context_plus_O", "optimization_seed_mean": 0.5369222783074422}, {"prefix_steps": 40, "dataset": "visual_cognitive_motivation", "metric": "CRPS_training_SD", "method": "context_plus_O_plus_S", "optimization_seed_mean": 0.5348059523451596}, {"prefix_steps": 40, "dataset": "visual_cognitive_motivation", "metric": "CRPS_training_SD", "method": "context_plus_capacity_matched_observation_only", "optimization_seed_mean": 0.523724884468443}]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证据：["tokenizer/public_probes/*/seed_*/records.csv"]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  <a:p>
            <a:r>
              <a:t>图：/SSD_2/pid-mcm-implementation/docs/report/20261003_semantic_response_discovery_v1/figures/quant_18_public_source_increment_all_arms.png</a:t>
            </a:r>
          </a:p>
          <a:p>
            <a:r>
              <a:t>完整图注：随机分布原型40点前缀的O→O+S ΔNRMSE三种子分别为+0.00450、+0.00617、+0.00045，方向一致为变差。图同时保留随机点、受限点及0点前缀，横线是优化重复的最小—最大范围，菱形为均值，不是独立统计置信区间。</a:t>
            </a:r>
          </a:p>
          <a:p>
            <a:r>
              <a:t>统计：[{"arm": "point_restricted_generator", "prefix_steps": 40, "optimization_seed": 101, "metric": "NRMSE", "O": 1.160756524827107, "O_plus_S": 1.1737090006060953, "delta": 0.012952475778988282}, {"arm": "point_restricted_generator", "prefix_steps": 40, "optimization_seed": 202, "metric": "NRMSE", "O": 1.1573323765449384, "O_plus_S": 1.1662630862790389, "delta": 0.008930709734100484}, {"arm": "point_restricted_generator", "prefix_steps": 40, "optimization_seed": 303, "metric": "NRMSE", "O": 1.1554573725640036, "O_plus_S": 1.1732625442947662, "delta": 0.01780517173076257}, {"arm": "point_restricted_generator", "prefix_steps": 0, "optimization_seed": 101, "metric": "NRMSE", "O": 1.2965070355334158, "O_plus_S": 1.3001854900736631, "delta": 0.003678454540247289}, {"arm": "point_restricted_generator", "prefix_steps": 0, "optimization_seed": 202, "metric": "NRMSE", "O": 1.3040077877371432, "O_plus_S": 1.3062604401973266, "delta": 0.0022526524601833575}, {"arm": "point_restricted_generator", "prefix_steps": 0, "optimization_seed": 303, "metric": "NRMSE", "O": 1.3011916612291334, "O_plus_S": 1.3035350761683646, "delta": 0.002343414939231181}, {"arm": "point_randomized_generator", "prefix_steps": 40, "optimization_seed": 101, "metric": "NRMSE", "O": 1.1498896573146464, "O_plus_S": 1.1552113401964585, "delta": 0.005321682881812118}, {"arm": "point_randomized_generator", "prefix_steps": 40, "optimization_seed": 202, "metric": "NRMSE", "O": 1.1451916564442688, "O_plus_S": 1.1479139468282062, "delta": 0.0027222903839374535}, {"arm": "point_randomized_generator", "prefix_steps": 40, "optimization_seed": 303, "metric": "NRMSE", "O": 1.155064338225765, "O_plus_S": 1.1601495481968858, "delta": 0.005085209971120719}, {"arm": "point_randomized_generator", "prefix_steps": 0, "optimization_seed": 101, "metric": "NRMSE", "O": 1.2971713223020256, "O_plus_S": 1.300505615231094, "delta": 0.0033342929290685053}, {"arm": "point_randomized_generator", "prefix_steps": 0, "optimization_seed": 202, "metric": "NRMSE", "O": 1.2989624217612372, "O_plus_S": 1.3030594981989572, "delta": 0.004097076437719949}, {"arm": "point_randomized_generator", "prefix_steps": 0, "optimization_seed": 303, "metric": "NRMSE", "O": 1.2984205101806967, "O_plus_S": 1.3020254235579072, "delta": 0.0036049133772104724}, {"arm": "distribution_randomized_generator", "prefix_steps": 40, "optimization_seed": 101, "metric": "NRMSE", "O": 1.15216743739782, "O_plus_S": 1.1566715529022809, "delta": 0.004504115504460948}, {"arm": "distribution_randomized_generator", "prefix_steps": 40, "optimization_seed": 202, "metric": "NRMSE", "O": 1.145994653366728, "O_plus_S": 1.152160497275535, "delta": 0.006165843908807034}, {"arm": "distribution_randomized_generator", "prefix_steps": 40, "optimization_seed": 303, "metric": "NRMSE", "O": 1.1568754392166378, "O_plus_S": 1.1573255805118603, "delta": 0.0004501412952224726}, {"arm": "distribution_randomized_generator", "prefix_steps": 0, "optimization_seed": 101, "metric": "NRMSE", "O": 1.2964388310811576, "O_plus_S": 1.2998096713986589, "delta": 0.0033708403175012336}, {"arm": "distribution_randomized_generator", "prefix_steps": 0, "optimization_seed": 202, "metric": "NRMSE", "O": 1.2995454088041118, "O_plus_S": 1.3029771368294525, "delta": 0.0034317280253406413}, {"arm": "distribution_randomized_generator", "prefix_steps": 0, "optimization_seed": 303, "metric": "NRMSE", "O": 1.2993955548547136, "O_plus_S": 1.30202926364195, "delta": 0.002633708787236344}, {"arm": "point_restricted_generator", "prefix_steps": 40, "optimization_seed": 101, "metric": "CRPS_training_SD", "O": 0.7971585318093565, "O_plus_S": 0.8052307256227292, "delta": 0.008072193813372763}, {"arm": "point_restricted_generator", "prefix_steps": 40, "optimization_seed": 202, "metric": "CRPS_training_SD", "O": 0.7935369652469442, "O_plus_S": 0.7993902748747265, "delta": 0.005853309627782299}, {"arm": "point_restricted_generator", "prefix_steps": 40, "optimization_seed": 303, "metric": "CRPS_training_SD", "O": 0.7932513696262594, "O_plus_S": 0.8039271320826312, "delta": 0.010675762456371807}, {"arm": "point_restricted_generator", "prefix_steps": 0, "optimization_seed": 101, "metric": "CRPS_training_SD", "O": 0.8957830424256402, "O_plus_S": 0.8985045760154474, "delta": 0.0027215335898072013}, {"arm": "point_restricted_generator", "prefix_steps": 0, "optimization_seed": 202, "metric": "CRPS_training_SD", "O": 0.9012609363989883, "O_plus_S": 0.9024725919165825, "delta": 0.001211655517594168}, {"arm": "point_restricted_generator", "prefix_steps": 0, "optimization_seed": 303, "metric": "CRPS_training_SD", "O": 0.8987136317516233, "O_plus_S": 0.899419185733033, "delta": 0.0007055539814097012}, {"arm": "point_randomized_generator", "prefix_steps": 40, "optimization_seed": 101, "metric": "CRPS_training_SD", "O": 0.7901679108285, "O_plus_S": 0.7942496867966481, "delta": 0.004081775968148071}, {"arm": "point_randomized_generator", "prefix_steps": 40, "optimization_seed": 202, "metric": "CRPS_training_SD", "O": 0.7869086709344404, "O_plus_S": 0.7892446518746082, "delta": 0.0023359809401678477}, {"arm": "point_randomized_generator", "prefix_steps": 40, "optimization_seed": 303, "metric": "CRPS_training_SD", "O": 0.7922849223007615, "O_plus_S": 0.795897751938838, "delta": 0.00361282963807652}, {"arm": "point_randomized_generator", "prefix_steps": 0, "optimization_seed": 101, "metric": "CRPS_training_SD", "O": 0.8952586055389968, "O_plus_S": 0.8974687196854975, "delta": 0.00221011414650063}, {"arm": "point_randomized_generator", "prefix_steps": 0, "optimization_seed": 202, "metric": "CRPS_training_SD", "O": 0.8981335333559425, "O_plus_S": 0.9005572413331207, "delta": 0.002423707977178169}, {"arm": "point_randomized_generator", "prefix_steps": 0, "optimization_seed": 303, "metric": "CRPS_training_SD", "O": 0.897155515618045, "O_plus_S": 0.89923867539334, "delta": 0.0020831597752950515}, {"arm": "distribution_randomized_generator", "prefix_steps": 40, "optimization_seed": 101, "metric": "CRPS_training_SD", "O": 0.7913608199172352, "O_plus_S": 0.7939596817288864, "delta": 0.002598861811651254}, {"arm": "distribution_randomized_generator", "prefix_steps": 40, "optimization_seed": 202, "metric": "CRPS_training_SD", "O": 0.7851832273726348, "O_plus_S": 0.7889572680275757, "delta": 0.0037740406549409133}, {"arm": "distribution_randomized_generator", "prefix_steps": 40, "optimization_seed": 303, "metric": "CRPS_training_SD", "O": 0.7936571575122672, "O_plus_S": 0.7935003283748925, "delta": -0.00015682913737469217}, {"arm": "distribution_randomized_generator", "prefix_steps": 0, "optimization_seed": 101, "metric": "CRPS_training_SD", "O": 0.8949581935023977, "O_plus_S": 0.8967139830565062, "delta": 0.001755789554108489}, {"arm": "distribution_randomized_generator", "prefix_steps": 0, "optimization_seed": 202, "metric": "CRPS_training_SD", "O": 0.8981795615244774, "O_plus_S": 0.8997926033648653, "delta": 0.0016130418403879077}, {"arm": "distribution_randomized_generator", "prefix_steps": 0, "optimization_seed": 303, "metric": "CRPS_training_SD", "O": 0.897359322089334, "O_plus_S": 0.8986312853947765, "delta": 0.0012719633054425472}]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证据：tokenizer/public_probes/distribution_randomized_generator/seed_*/record.json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证据：registry main.semantic_response; summary.json; tokenizer/summary.json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证据：verification.json; tokenizer/summary.json; supervisor/completion.json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证据：training_resume_v3.json; training_launch_v2.json; source_snapshot_*_identity.json; analysis_launch.json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证据：registry main.semantic_response.next_step; scientific review of retained endpoints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证据：semantic_response_ssm.py: _physical_response_slope / fixed_driver_response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证据：resolved_config.json: model/solver/calibration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证据：semantic_response_tokenizer.py: response_loss / _ModalityBranch; resolved_config.json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证据：tokenizer/fits/*/seed_*/record.json; tokenizer/summary.json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证据：["https://fmri.ucsd.edu/tliu/pdf/buxton04_model.pdf", "https://journals.plos.org/plosbiology/article?id=10.1371/journal.pbio.2001461", "https://proceedings.mlr.press/v97/locatello19a.html", "https://arxiv.org/abs/2110.06581"]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证据：Primary sources checked 2026-10-03; see hyperlinks on slide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实验事实源：/SSD_2/pid-mcm-implementation/experiments/runs/physiology_semantic_tokenizer/semantic_response_discovery/20261002_v1</a:t>
            </a:r>
          </a:p>
          <a:p>
            <a:r>
              <a:t>证据：experiments/RESULTS_INDEX.md; presentation_sources.json</a:t>
            </a:r>
          </a:p>
          <a:p>
            <a:r>
              <a:t>公开开发端点；此前cohort已分析。前缀和评分均位于parent非因果处理后的30秒窗口。优化种子共享评价基础身份，不能当独立被试或独立置信区间。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7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8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49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5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5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5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5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56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5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Relationship Id="rId3" Type="http://schemas.openxmlformats.org/officeDocument/2006/relationships/hyperlink" Target="https://fmri.ucsd.edu/tliu/pdf/buxton04_model.pdf" TargetMode="External"/><Relationship Id="rId4" Type="http://schemas.openxmlformats.org/officeDocument/2006/relationships/hyperlink" Target="https://journals.plos.org/plosbiology/article?id=10.1371/journal.pbio.2001461" TargetMode="External"/><Relationship Id="rId5" Type="http://schemas.openxmlformats.org/officeDocument/2006/relationships/hyperlink" Target="https://proceedings.mlr.press/v97/locatello19a.html" TargetMode="External"/><Relationship Id="rId6" Type="http://schemas.openxmlformats.org/officeDocument/2006/relationships/hyperlink" Target="https://arxiv.org/abs/2110.06581" TargetMode="Externa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从原始波形到条件语义—观测分解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SSM 改进讨论、冻结实验与完整结果报告 · 2026-10-02 run / 2026-10-03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5364A"/>
                </a:solidFill>
                <a:latin typeface="Noto Sans CJK SC"/>
              </a:rPr>
              <a:t>响应动力学与连续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5364A"/>
                </a:solidFill>
                <a:latin typeface="Noto Sans CJK SC"/>
              </a:rPr>
              <a:t>semantic–observation tokenizer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49039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008C88"/>
                </a:solidFill>
                <a:latin typeface="Noto Sans CJK SC"/>
              </a:rPr>
              <a:t>可恢复的条件形状、仍混淆的幅值、未成立的实测语义增量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C7D"/>
                </a:solidFill>
                <a:latin typeface="Noto Sans CJK SC"/>
              </a:rPr>
              <a:t>三公开数据集  ·  三个同步区域  ·  四臂 × 三种子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C7D"/>
                </a:solidFill>
                <a:latin typeface="Noto Sans CJK SC"/>
              </a:rPr>
              <a:t>原始波形、模型分解、反事实、不确定性和容量控制逐层核验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先给出三层结论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有工程收益；共享生理语义的关键检验尚未通过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02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799" cy="2075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297680"/>
                <a:gridCol w="480060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问题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本轮结果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允许的解释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SSM 机制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谱混合未超过匹配衰减；null 未通过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不能把拟合改善解释为更正确的 EEG→Hb 耦合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合成语义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基准形状改善；未见机制和 alias 失效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生成器条件下的函数恢复，未建立通用幅值语义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实测表征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O 有收益；加入 S 后误差增加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观测表示有用；当前 S 未提供独立增量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报告阅读路径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围绕“波形怎样被解释、哪些解释尚不能成立”组织证据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导读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364A"/>
                </a:solidFill>
                <a:latin typeface="Noto Sans CJK SC"/>
              </a:rPr>
              <a:t>01  讨论：原始叙事、竞争解释与实验取舍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10789920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364A"/>
                </a:solidFill>
                <a:latin typeface="Noto Sans CJK SC"/>
              </a:rPr>
              <a:t>02  数据与模型：原生波形 → prepared 特征 → 条件成分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36976"/>
            <a:ext cx="10789920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364A"/>
                </a:solidFill>
                <a:latin typeface="Noto Sans CJK SC"/>
              </a:rPr>
              <a:t>03  SSM：合成、公开主比较、null 与逐窗分解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79"/>
            <a:ext cx="10789920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364A"/>
                </a:solidFill>
                <a:latin typeface="Noto Sans CJK SC"/>
              </a:rPr>
              <a:t>04  Tokenizer：独立编码、配对反事实、alias、跨生成机制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01183"/>
            <a:ext cx="10789920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364A"/>
                </a:solidFill>
                <a:latin typeface="Noto Sans CJK SC"/>
              </a:rPr>
              <a:t>05  实测增量：完整观测与容量基线、最终判断和复现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项目最初的问题仍然不变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分别观测 EEG 和 fNIRS，能否获得共享生理过程的有用表示？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1240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构造一个联合坐标，不等于每个模态都能独立恢复该坐标。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59607"/>
            <a:ext cx="10789920" cy="1240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每个模态都可预测一个坐标，也不等于该坐标具有物理充分性。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6448"/>
            <a:ext cx="10789920" cy="1240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共享生理语义必须进一步解释反事实变化，并提供超过完整观测基线的可复现增量。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本轮保持独立模态输入与完整 observation 信息；下游分类性能不是训练或选择端点。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先前证据为何促使本轮改变设计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仅作为讨论动机；不同推断制度的历史分数不混入本轮对照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20624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先前观察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竞争解释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本轮回应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谱模式改善重建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可能只是减弱错误血管输入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匹配衰减、独立增益和随机方向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附加 Hb 项可吸收误差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共同项与初态 / 动力学存在混淆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固定驱动、前缀校准与响应扩展分开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空间 Hb 可补全目标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任务形状或共享 Hb 可能已足够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空间基线后再检验局部 EEG 增量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typed 目标能被学会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生成先验可能制造语义确定性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幅值 alias、未见生成机制与分布输出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讨论覆盖六条改进方向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科学论证与实现审核分别负责；将建议转化为有限、可检验的改动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275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754880"/>
                <a:gridCol w="425196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讨论方向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形成的判断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本轮落实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谱 / 空间语义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有限区域与谱模式可描述，不等于源定位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保留 a、b；加入空间条件基线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动力学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输入滞后与静脉响应需竞争检验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分别增加低通 τn、出流松弛 τv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初态与归属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自由初态可制造响应而无 EEG 驱动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p=v proper prior；零前缀先验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可证伪性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真实配对需优于错配与替代输入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错被试、非环绕时移、其他区域 EEG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目标与不确定性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形状与幅值应分开；必须允许多解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单位 RMS 形状、log 幅值和 alias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容量与泄漏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多几个坐标并不证明语义有效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O→O+S 和独立等容量 O-only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讨论如何转化为实验，而不是直接转化为结论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07</a:t>
            </a:r>
          </a:p>
        </p:txBody>
      </p:sp>
      <p:pic>
        <p:nvPicPr>
          <p:cNvPr id="7" name="Picture 6" descr="method_evidence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97" y="1463040"/>
            <a:ext cx="10524499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本报告把讨论、具体实现、对照端点和科学判读逐一对应；历史结果只作为动机。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哪些建议没有直接进入本轮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收紧目标和解释范围，避免把尚无锚点的概念写进 token 名称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未增加细胞类型、E/I、代谢率或精确脑源标签：当前频带特征和稀疏 Hb 区域没有足够来源证据。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未把共同 Hb 项规定为噪声：广泛神经变化也可能进入该坐标。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未同时自由拟合所有动力学：先用两个单独扩展检验有限响应策略。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未启动 VQ、受保护评价或结果驱动追加调参：连续表示先接受语义与增量检验。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成分分离必须回到同一窗口与同一观测坐标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数据与波形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09</a:t>
            </a:r>
          </a:p>
        </p:txBody>
      </p:sp>
      <p:pic>
        <p:nvPicPr>
          <p:cNvPr id="7" name="Picture 6" descr="method_raw_line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97" y="1463040"/>
            <a:ext cx="10524499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EEG 的模式贡献可在 log-power 特征中相加，不能直接与高频原始电压相加。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数据分组与实际独立单位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所有变换按允许的训练分组拟合；评价被试与本轮训练 / 选择互斥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数据与波形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训练人数 / 原生窗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选择人数 / 原生窗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评价人数 / 原生窗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18 / 72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5 / 20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6 / 48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17 / 68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4 / 16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5 / 40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9 / 36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3 / 12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4 / 32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评价共 15 人、120 原生窗口、360 区域行；三个区域不独立。全 cohort 此前已分析，不能称全新确认队列。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任务支持与外推范围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分组互斥并不使小样本任务或已查看队列变为独立确认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数据边界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Simultaneous 选择集没有 2-back；评价中的 DSR 仅 5 个原生窗口、2 位被试。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后面的最差 DSR 窗口说明一个明确失败案例，不能代表广泛的 DSR 人群表现。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Visual 只使用有三区域同步支持的 Probe1，并按 EEG Part / 起点去重。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整个 cohort 此前已分析；本轮更换评价身份减少直接适配，仍只属于开发性新端点。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原始单位与处理后坐标不能混用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图中按各数据集的发布定义标注；未知单位保持未知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数据与波形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2237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  <a:gridCol w="438912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原生观测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本轮模型坐标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61493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EEG 电压；双波长光电强度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转换并处理后的相对 Hb；相对频带 log-power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61493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EEG 电压；发布 HbO/HbR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保留单位来源，经 parent 处理与新训练尺度映射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61493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EDF 电压；发布 Hb（绝对物理单位未核实）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不冒称 μM；仅在声明的 prepared 坐标解释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探针表中的 context_raw 指 prepared 特征直接入 ridge；它不是此处展示的原生波形。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原始信号与频带特征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Single-Trial · subject_01 · session_00 · posterior · window 17 · 中位差值案例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原生波形示例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13</a:t>
            </a:r>
          </a:p>
        </p:txBody>
      </p:sp>
      <p:pic>
        <p:nvPicPr>
          <p:cNvPr id="7" name="Picture 6" descr="waveform_01_median_native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12" y="1463040"/>
            <a:ext cx="10912070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精确回溯本轮评价窗口。原始电压与发布Hb/光强保持各自单位；频带图展示已有局部特征变换，不把prepared称为raw。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模型真正使用的张量与时间参考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30 秒窗口；4 Hz 特征时间轴；原生 EEG 的采样率另外标注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数据与波形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EEG：[120, 30]，来自 6 个邻近电极 × 5 个频带（1–4、4–8、8–13、13–30、30–45 Hz）。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Hb：[120, 2]，分别为 HbO、HbR；三个同步区域是前额、运动和后部。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前 20 点 = 5 s 参考段；本轮重拟合训练尺度，不复用旧 outer PCA / SD。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parent 处理和窗口内表示是非因果的；所有后缀成绩称离线处理后特征补全。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同一时间轴上区分可见、隐藏和评分支持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可见性合同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15</a:t>
            </a:r>
          </a:p>
        </p:txBody>
      </p:sp>
      <p:pic>
        <p:nvPicPr>
          <p:cNvPr id="7" name="Picture 6" descr="method_vi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97" y="1463040"/>
            <a:ext cx="10524499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前缀 40 = 10 s；零前缀不用目标 Hb token。parent 非因果处理与全窗 EEG 仍使端点属于离线补全。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新推断制度：先定 EEG 驱动，再用 Hb 前缀校准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16</a:t>
            </a:r>
          </a:p>
        </p:txBody>
      </p:sp>
      <p:pic>
        <p:nvPicPr>
          <p:cNvPr id="7" name="Picture 6" descr="method_ssm_in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97" y="1463040"/>
            <a:ext cx="10524499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与历史全窗联合拟合的可见信息不同，因此历史重建数字不能直接当作本轮同条件基线。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驱动比较：谱信息和衰减分开检验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所有候选使用同一 EEG-only a、b 和同一 Hb 可见性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38912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臂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输入定义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检验问题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宽频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u = a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最基本的固定谱坐标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谱混合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u = (a + γb) / √(1+γ²)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谱对比 b 是否提供血管信息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匹配衰减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u = a / √(1+γ²)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去掉 b，保留相同 a 衰减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独立增益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u = g·a；含 g=0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单纯改变读出强度是否已足够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随机 / 零输入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预定随机方向；u=0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特定谱方向与无 EEG 驱动对照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γ 是候选读出坐标的权重；不能直接解释为已测生理耦合强度。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响应扩展：只改变一个候选机制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固定 parent H0 参数；不让新增自由度自动获得生理身份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212080"/>
                <a:gridCol w="393192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部分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本轮方程 / 规则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解释限制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输入低通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du/dt = (r−u)/τn；τn=0 为即时输入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检验有限输入滞后 / 平滑策略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出流松弛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fout = (τ·v^(1/α)+τv·f)/(τ+τv)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p、q 平衡均使用同一 fout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体积响应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dv/dt = (f−v^(1/α))/(τ+τv)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不是只改体积而忽略质量平衡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初态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p=v；log 坐标 proper prior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自由初态只作固定消融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共同 Hb 项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4 个低频模式；方向 / 尺度按合同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可以补偿误差，来源仍未定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初态与观测项为何必须单独讨论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模型中存在可产生 Hb 响应、但并不携带 EEG 驱动的自由度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由同一质量平衡方程可得：d(p−v)/dt = −[fout/(τ·v)]·(p−v)，此处分母 v 为体积状态。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因此 p−v 是衰减暂态；从 p=v 出发会保持该约束，自由 p 初态不代表新增持续过程。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有 Hb 前缀时，初态与共同观测项可形成自由响应；g=0 的改善不能作为 EEG 耦合证据。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零前缀时只用先验初态和零共同项，阻止隐藏目标 Hb 决定这些自由度。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基线阶梯：复杂模型必须超过哪些信息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所有训练 / 选择边界按被试分离；标签只进入命名明确的模板对照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343400"/>
                <a:gridCol w="370332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基线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可利用的信息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意义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训练均值 / 任务模板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训练波形；任务模板有标签 oracle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共同时间形状可能已经足够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自身 Hb 前缀 ridge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目标 Hb 的同一可见前缀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分离血管历史与 EEG 信息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完整 EEG ridge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本地 EEG prepared 特征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物理约束是否超过直接回归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空间 Hb ridge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其他两个区域 Hb，不含目标 Hb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广泛 Hb 信息是否已解释目标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空间 Hb + EEG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即时 EEG / 固定稳定滤波器组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局部 EEG 是否有条件增量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主 null family 与分母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40点前缀：谱混合、独立增益、最佳稳定响应 × 三种错配，共九项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14800"/>
                <a:gridCol w="393192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null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对照支持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所能检验的特异性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任务匹配错训练被试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相同目标与评分时间点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真实跨被试配对是否有优势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非环绕移位 12 s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仅对比 real_shift_support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避免循环拼接或不同有效支持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同步其他区域 EEG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相同窗口，不换目标 Hb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局部性；不是普遍零耦合证明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先被试内、再数据集内被试等权、最后三数据集等权；整被试符号枚举 2^15，九项统一 Holm。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描述区间与 null 检验的条件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统计显著性、机制识别与独立确认分别解释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统计边界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效应区间条件于冻结的训练 / 选择对象；三数据集等权，不按区域数或窗口数增加独立样本量。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符号检验需要零假设下被试差值对称。完整枚举 2^15 种符号配置，不等于无条件随机化检验。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九项 Holm 只覆盖注册的 primary null family；不覆盖 tokenizer、γ主对照或所有后续描述图。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三优化种子重复使用同一评价身份，误差范围表示优化敏感性，不是独立被试置信区间。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分数和不确定性各自回答什么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误差、概率质量与来源解释分开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评价合同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291840"/>
                <a:gridCol w="466344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指标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较好方向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边界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训练 SD 标准化 NRMSE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更低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绝对差值不是百分比改善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Gaussian CRPS / NLL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更低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selection 残差 SD，不是生理后验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50 / 80 / 95% 覆盖与宽度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覆盖接近名义且区间有信息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宽区间也可能无用；必须分场景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反事实响应 / 假变化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跟随真变化、抵抗观测改变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需要已知生成真值，不能由实测重建替代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配对 null 与条件增量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真实配对和 S 有额外收益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不由视觉平滑或重建美观决定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SSM 合成设计与选择限制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冻结选择策略接受检验；没有用评价场景标签重选参数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2157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029200"/>
                <a:gridCol w="384048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设计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执行内容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解释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六场景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标准、非rest、输入低通、出流松弛、共同Hb、零耦合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受限与随机化两个 family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幅值 / 持续时间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3 个幅值、3 个持续时间的平衡变化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不是完整全因子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全局选择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所有场景的 control 与 intervention 汇总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重复 control 占一半权重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选择结果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两个 family 均 γ=0、g=1、τn=τv=0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三个响应候选实际退化同一核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矩阵不能解释为机制识别准确率，也不能由相同预测直接证明低通与出流机制不可区分。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SSM主对照及观测基线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定量结果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25</a:t>
            </a:r>
          </a:p>
        </p:txBody>
      </p:sp>
      <p:pic>
        <p:nvPicPr>
          <p:cNvPr id="7" name="Picture 6" descr="quant_01_ssm_primary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40点前缀下，谱混合对匹配衰减的NRMSE改善为0.00354，保留区间[-0.00325, 0.01072]跨零；稳定动力学对独立增益改善0.01371，但对自身Hb历史和其他区域Hb基线的改善分别为-0.17814、-0.16186，均为负。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SSM配对主对照的数据集分层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定量结果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26</a:t>
            </a:r>
          </a:p>
        </p:txBody>
      </p:sp>
      <p:pic>
        <p:nvPicPr>
          <p:cNvPr id="7" name="Picture 6" descr="quant_02_ssm_dataset_str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每个数据集先对同一被试的窗口与区域取均值，再对被试等权汇总；三个区域不作为独立样本。稳定动力学对独立增益的NRMSE改善在三个数据集依次为-0.00146、+0.03455、+0.00803；跨数据集平均不能代替方向一致性。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谱混合、增益与时间常数的选择热图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定量结果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27</a:t>
            </a:r>
          </a:p>
        </p:txBody>
      </p:sp>
      <p:pic>
        <p:nvPicPr>
          <p:cNvPr id="7" name="Picture 6" descr="quant_03_parameter_selection_read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9个数据集×区域单元中，6个选择gain=0；其余3个选择gain=0.5。热图是各参数候选的选择集NRMSE相对本行最小值，橙框标示冻结选择；0点前缀复用40点选择，未重新选择。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有无目标Hb前缀的描述性分数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定量结果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28</a:t>
            </a:r>
          </a:p>
        </p:txBody>
      </p:sp>
      <p:pic>
        <p:nvPicPr>
          <p:cNvPr id="7" name="Picture 6" descr="quant_04_prefix_zero_vs_for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0点前缀完全排除目标Hb输入；40点前缀提供10s可见历史，评价仍在20–30s。两种前缀使用同一冻结超参数。图为被试等权后再数据集等权的边际分数，不能当作有区间的配对增益。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其他区域Hb与历史之上的EEG增量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定量结果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29</a:t>
            </a:r>
          </a:p>
        </p:txBody>
      </p:sp>
      <p:pic>
        <p:nvPicPr>
          <p:cNvPr id="7" name="Picture 6" descr="quant_05_spatial_conditional_incr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40点前缀下，其他区域Hb加入局部EEG后的NRMSE增益为-0.01170，区间[-0.01514, -0.00814]为负；滤波EEG及训练配对置换对照同样未提供可晋级的稳定增量。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全部九项配对null与Holm校正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定量结果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30</a:t>
            </a:r>
          </a:p>
        </p:txBody>
      </p:sp>
      <p:pic>
        <p:nvPicPr>
          <p:cNvPr id="7" name="Picture 6" descr="quant_06_nine_nulls_ho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九项检验全部具有360/360公共成功配对、15个被试，Holm校正后0/9通过。最小原始p=0.17816；检验条件于固定训练与选择对象，结论仍为探索性。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SSM proper score与50/80/95%覆盖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定量结果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31</a:t>
            </a:r>
          </a:p>
        </p:txBody>
      </p:sp>
      <p:pic>
        <p:nvPicPr>
          <p:cNvPr id="7" name="Picture 6" descr="quant_07_ssm_proper_score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CRPS及区间覆盖均在冻结选择集残差尺度下评价。覆盖率接近名义水平只反映处理后Hb的预测校准，不能把残差Gaussian分布解释为生理状态后验；原坐标NLL另在数值附件保留。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冻结选择策略的跨机制表现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SSM 定量结果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32</a:t>
            </a:r>
          </a:p>
        </p:txBody>
      </p:sp>
      <p:pic>
        <p:nvPicPr>
          <p:cNvPr id="7" name="Picture 6" descr="quant_08_ssm_synthetic_mechanis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26C7D"/>
                </a:solidFill>
                <a:latin typeface="Noto Sans CJK SC"/>
              </a:rPr>
              <a:t>restricted与randomized两个family均选择τn=τv=0，三个拟合臂实际为同一核；本图不提供机制识别准确率。图中保留随机合成族、40点前缀、六种已知场景的干预评价结果；每格12个生成重复且全部成功。Hb NRMSE与响应函数绝对RMSE描述冻结选择策略在不同生成机制下的误差，不是机制分类或非零扩展的比较。无耦合truth响应接近零，相对响应误差分母退化，因此图用绝对误差；原始相对值保留在附件。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如何阅读接下来的原始—成分波形图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展示典型表现与失败边界；案例只是总体结果的解释，不替代总体统计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从已完成评价结果按固定报告选图规则取两例：best_stable 相对 gain_selected 的逐窗误差差值最接近中位数，以及最差。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原生波形保留通道、单位与真实时钟；prepared 波形显示本轮实际拟合坐标。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Hb 同坐标分解：观测 = 条件物理响应 + 受限共同项 + 残差；曲线可能相互抵消。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这些是事后描述性案例，不是预注册独立检验；任何“神经源 / 浅表 / 纯噪声”标签都需要额外证据。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Hb成分分离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Single-Trial · subject_01 · session_00 · posterior · window 17 · 中位差值案例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34</a:t>
            </a:r>
          </a:p>
        </p:txBody>
      </p:sp>
      <p:pic>
        <p:nvPicPr>
          <p:cNvPr id="7" name="Picture 6" descr="waveform_01_median_component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同一prepared Hb坐标内展示物理模型项、附加共同观测项和观测残差，并对照冻结增益控制；绿色可见前缀和金色评分区显式分开。成分命名不等于来源确证。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EEG驱动与血管状态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Single-Trial · subject_01 · session_00 · posterior · window 17 · 中位差值案例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35</a:t>
            </a:r>
          </a:p>
        </p:txBody>
      </p:sp>
      <p:pic>
        <p:nvPicPr>
          <p:cNvPr id="7" name="Picture 6" descr="waveform_01_median_stat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固定EEG-only驱动d与实际血管输入u显式区分；相对状态f/v/p/q以及s单列，不能与Hb直接相加。保留前缀/评分区，采用保存的拟合状态，不新增拟合。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EEG频带成分分离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Single-Trial · subject_01 · session_00 · posterior · window 17 · 中位差值案例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36</a:t>
            </a:r>
          </a:p>
        </p:txBody>
      </p:sp>
      <p:pic>
        <p:nvPicPr>
          <p:cNvPr id="7" name="Picture 6" descr="waveform_01_median_eeg_component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从保存的EEG-only a/b与固定谱载荷，在prepared相对log-power坐标恢复贡献；观测=a贡献+b贡献+残差。示图为与原始电压相同的一条通道的五频带，全30维重构均核验。电压波形不能与这些特征贡献相加。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原始信号与频带特征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Single-Trial · subject_12 · session_00 · motor · window 16 · 最差差值案例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37</a:t>
            </a:r>
          </a:p>
        </p:txBody>
      </p:sp>
      <p:pic>
        <p:nvPicPr>
          <p:cNvPr id="7" name="Picture 6" descr="waveform_02_worst_native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12" y="1463040"/>
            <a:ext cx="10912070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精确回溯本轮评价窗口。原始电压与发布Hb/光强保持各自单位；频带图展示已有局部特征变换，不把prepared称为raw。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Hb成分分离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Single-Trial · subject_12 · session_00 · motor · window 16 · 最差差值案例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38</a:t>
            </a:r>
          </a:p>
        </p:txBody>
      </p:sp>
      <p:pic>
        <p:nvPicPr>
          <p:cNvPr id="7" name="Picture 6" descr="waveform_02_worst_component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同一prepared Hb坐标内展示物理模型项、附加共同观测项和观测残差，并对照冻结增益控制；绿色可见前缀和金色评分区显式分开。成分命名不等于来源确证。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EEG驱动与血管状态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Single-Trial · subject_12 · session_00 · motor · window 16 · 最差差值案例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39</a:t>
            </a:r>
          </a:p>
        </p:txBody>
      </p:sp>
      <p:pic>
        <p:nvPicPr>
          <p:cNvPr id="7" name="Picture 6" descr="waveform_02_worst_stat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固定EEG-only驱动d与实际血管输入u显式区分；相对状态f/v/p/q以及s单列，不能与Hb直接相加。保留前缀/评分区，采用保存的拟合状态，不新增拟合。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EEG频带成分分离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Single-Trial · subject_12 · session_00 · motor · window 16 · 最差差值案例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40</a:t>
            </a:r>
          </a:p>
        </p:txBody>
      </p:sp>
      <p:pic>
        <p:nvPicPr>
          <p:cNvPr id="7" name="Picture 6" descr="waveform_02_worst_eeg_component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从保存的EEG-only a/b与固定谱载荷，在prepared相对log-power坐标恢复贡献；观测=a贡献+b贡献+残差。示图为与原始电压相同的一条通道的五频带，全30维重构均核验。电压波形不能与这些特征贡献相加。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原始信号与频带特征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Simultaneous · VP002 · cnt_wg · posterior · window 22 · 中位差值案例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41</a:t>
            </a:r>
          </a:p>
        </p:txBody>
      </p:sp>
      <p:pic>
        <p:nvPicPr>
          <p:cNvPr id="7" name="Picture 6" descr="waveform_03_median_native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12" y="1463040"/>
            <a:ext cx="10912070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精确回溯本轮评价窗口。原始电压与发布Hb/光强保持各自单位；频带图展示已有局部特征变换，不把prepared称为raw。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Hb成分分离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Simultaneous · VP002 · cnt_wg · posterior · window 22 · 中位差值案例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42</a:t>
            </a:r>
          </a:p>
        </p:txBody>
      </p:sp>
      <p:pic>
        <p:nvPicPr>
          <p:cNvPr id="7" name="Picture 6" descr="waveform_03_median_component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同一prepared Hb坐标内展示物理模型项、附加共同观测项和观测残差，并对照冻结增益控制；绿色可见前缀和金色评分区显式分开。成分命名不等于来源确证。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EEG驱动与血管状态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Simultaneous · VP002 · cnt_wg · posterior · window 22 · 中位差值案例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43</a:t>
            </a:r>
          </a:p>
        </p:txBody>
      </p:sp>
      <p:pic>
        <p:nvPicPr>
          <p:cNvPr id="7" name="Picture 6" descr="waveform_03_median_stat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固定EEG-only驱动d与实际血管输入u显式区分；相对状态f/v/p/q以及s单列，不能与Hb直接相加。保留前缀/评分区，采用保存的拟合状态，不新增拟合。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EEG频带成分分离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Simultaneous · VP002 · cnt_wg · posterior · window 22 · 中位差值案例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44</a:t>
            </a:r>
          </a:p>
        </p:txBody>
      </p:sp>
      <p:pic>
        <p:nvPicPr>
          <p:cNvPr id="7" name="Picture 6" descr="waveform_03_median_eeg_component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从保存的EEG-only a/b与固定谱载荷，在prepared相对log-power坐标恢复贡献；观测=a贡献+b贡献+残差。示图为与原始电压相同的一条通道的五频带，全30维重构均核验。电压波形不能与这些特征贡献相加。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原始信号与频带特征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Simultaneous · VP002 · cnt_dsr · motor · window 1 · 最差差值案例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45</a:t>
            </a:r>
          </a:p>
        </p:txBody>
      </p:sp>
      <p:pic>
        <p:nvPicPr>
          <p:cNvPr id="7" name="Picture 6" descr="waveform_04_worst_native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12" y="1463040"/>
            <a:ext cx="10912070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精确回溯本轮评价窗口。原始电压与发布Hb/光强保持各自单位；频带图展示已有局部特征变换，不把prepared称为raw。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Hb成分分离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Simultaneous · VP002 · cnt_dsr · motor · window 1 · 最差差值案例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46</a:t>
            </a:r>
          </a:p>
        </p:txBody>
      </p:sp>
      <p:pic>
        <p:nvPicPr>
          <p:cNvPr id="7" name="Picture 6" descr="waveform_04_worst_component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同一prepared Hb坐标内展示物理模型项、附加共同观测项和观测残差，并对照冻结增益控制；绿色可见前缀和金色评分区显式分开。成分命名不等于来源确证。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EEG驱动与血管状态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Simultaneous · VP002 · cnt_dsr · motor · window 1 · 最差差值案例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47</a:t>
            </a:r>
          </a:p>
        </p:txBody>
      </p:sp>
      <p:pic>
        <p:nvPicPr>
          <p:cNvPr id="7" name="Picture 6" descr="waveform_04_worst_stat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固定EEG-only驱动d与实际血管输入u显式区分；相对状态f/v/p/q以及s单列，不能与Hb直接相加。保留前缀/评分区，采用保存的拟合状态，不新增拟合。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EEG频带成分分离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Simultaneous · VP002 · cnt_dsr · motor · window 1 · 最差差值案例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48</a:t>
            </a:r>
          </a:p>
        </p:txBody>
      </p:sp>
      <p:pic>
        <p:nvPicPr>
          <p:cNvPr id="7" name="Picture 6" descr="waveform_04_worst_eeg_component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从保存的EEG-only a/b与固定谱载荷，在prepared相对log-power坐标恢复贡献；观测=a贡献+b贡献+残差。示图为与原始电压相同的一条通道的五频带，全30维重构均核验。电压波形不能与这些特征贡献相加。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原始信号与频带特征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Visual · S08 · S08_Part1_Probe1 · posterior · window 0 · 中位差值案例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49</a:t>
            </a:r>
          </a:p>
        </p:txBody>
      </p:sp>
      <p:pic>
        <p:nvPicPr>
          <p:cNvPr id="7" name="Picture 6" descr="waveform_05_median_native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12" y="1463040"/>
            <a:ext cx="10912070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精确回溯本轮评价窗口。原始电压与发布Hb/光强保持各自单位；频带图展示已有局部特征变换，不把prepared称为raw。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Hb成分分离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Visual · S08 · S08_Part1_Probe1 · posterior · window 0 · 中位差值案例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50</a:t>
            </a:r>
          </a:p>
        </p:txBody>
      </p:sp>
      <p:pic>
        <p:nvPicPr>
          <p:cNvPr id="7" name="Picture 6" descr="waveform_05_median_component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同一prepared Hb坐标内展示物理模型项、附加共同观测项和观测残差，并对照冻结增益控制；绿色可见前缀和金色评分区显式分开。成分命名不等于来源确证。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EEG驱动与血管状态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Visual · S08 · S08_Part1_Probe1 · posterior · window 0 · 中位差值案例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51</a:t>
            </a:r>
          </a:p>
        </p:txBody>
      </p:sp>
      <p:pic>
        <p:nvPicPr>
          <p:cNvPr id="7" name="Picture 6" descr="waveform_05_median_stat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固定EEG-only驱动d与实际血管输入u显式区分；相对状态f/v/p/q以及s单列，不能与Hb直接相加。保留前缀/评分区，采用保存的拟合状态，不新增拟合。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EEG频带成分分离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Visual · S08 · S08_Part1_Probe1 · posterior · window 0 · 中位差值案例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52</a:t>
            </a:r>
          </a:p>
        </p:txBody>
      </p:sp>
      <p:pic>
        <p:nvPicPr>
          <p:cNvPr id="7" name="Picture 6" descr="waveform_05_median_eeg_component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从保存的EEG-only a/b与固定谱载荷，在prepared相对log-power坐标恢复贡献；观测=a贡献+b贡献+残差。示图为与原始电压相同的一条通道的五频带，全30维重构均核验。电压波形不能与这些特征贡献相加。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原始信号与频带特征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Visual · S08 · S08_Part1_Probe1 · motor · window 37 · 最差差值案例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53</a:t>
            </a:r>
          </a:p>
        </p:txBody>
      </p:sp>
      <p:pic>
        <p:nvPicPr>
          <p:cNvPr id="7" name="Picture 6" descr="waveform_06_worst_native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12" y="1463040"/>
            <a:ext cx="10912070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精确回溯本轮评价窗口。原始电压与发布Hb/光强保持各自单位；频带图展示已有局部特征变换，不把prepared称为raw。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Hb成分分离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Visual · S08 · S08_Part1_Probe1 · motor · window 37 · 最差差值案例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54</a:t>
            </a:r>
          </a:p>
        </p:txBody>
      </p:sp>
      <p:pic>
        <p:nvPicPr>
          <p:cNvPr id="7" name="Picture 6" descr="waveform_06_worst_component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同一prepared Hb坐标内展示物理模型项、附加共同观测项和观测残差，并对照冻结增益控制；绿色可见前缀和金色评分区显式分开。成分命名不等于来源确证。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EEG驱动与血管状态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Visual · S08 · S08_Part1_Probe1 · motor · window 37 · 最差差值案例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55</a:t>
            </a:r>
          </a:p>
        </p:txBody>
      </p:sp>
      <p:pic>
        <p:nvPicPr>
          <p:cNvPr id="7" name="Picture 6" descr="waveform_06_worst_state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固定EEG-only驱动d与实际血管输入u显式区分；相对状态f/v/p/q以及s单列，不能与Hb直接相加。保留前缀/评分区，采用保存的拟合状态，不新增拟合。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EEG频带成分分离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Visual · S08 · S08_Part1_Probe1 · motor · window 37 · 最差差值案例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原始与成分波形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56</a:t>
            </a:r>
          </a:p>
        </p:txBody>
      </p:sp>
      <p:pic>
        <p:nvPicPr>
          <p:cNvPr id="7" name="Picture 6" descr="waveform_06_worst_eeg_component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从保存的EEG-only a/b与固定谱载荷，在prepared相对log-power坐标恢复贡献；观测=a贡献+b贡献+残差。示图为与原始电压相同的一条通道的五频带，全30维重构均核验。电压波形不能与这些特征贡献相加。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看见分离曲线之后，仍不能跳过的解释边界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数学分解与来源识别不是同一件事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成分解释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57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02336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曲线 / 坐标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可用名称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不能据此命名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a、b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有效宽频 / 谱对比连续模式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兴奋源、抑制源、细胞来源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physical_prediction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给定驱动、参数与初态的 Hb 响应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已恢复的神经源 Hb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observation_component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受限共同 Hb 观测项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已识别浅表血流、系统生理、运动伪迹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观测减预测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该模型与观测坐标下的残差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纯噪声或全部私有神经信息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semantic–observation 原型：输入独立，输出职责明确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58</a:t>
            </a:r>
          </a:p>
        </p:txBody>
      </p:sp>
      <p:pic>
        <p:nvPicPr>
          <p:cNvPr id="7" name="Picture 6" descr="method_tokeniz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97" y="1463040"/>
            <a:ext cx="10524499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解码器是非线性联合解码；S 与 O 不是可直接相加的“神经波形”和“噪声波形”。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语义目标：形状与幅值分别输出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完整 observation 分支保留模型不能可靠命名的信息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参考中心化：a_c(t) = a(t) − mean[a(0:20)]；前 20 点对应 5 s。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幅值 A = RMS(a_c)；形状 s(t) = a_c(t)/A；幅值目标 ℓ = log A，并只用训练分组标准化。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分布臂输出 Gaussian 边缘均值 / SD；不表示完整时序后验或跨时协方差。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连续推理后聚合为 12 个 patch；平均边缘 SD 只是完全正相关下的上界，不是已校准 patch 区间。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四臂 × 三种子：目标、随机化和容量分开比较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基础神经网络均为 458,168 参数；O-only 的附加线性读出另计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60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017520"/>
                <a:gridCol w="521208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臂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训练机制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语义与重建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等容量 O-only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随机化生成器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全部均值坐标只学习完整重建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受限点模型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受限生成器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shape / log幅值点监督 + 完整重建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随机化点模型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随机化生成器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相同点监督，分离随机化效应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随机化分布模型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随机化生成器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Gaussian语义损失 + 完整重建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width=64、O维度=8、batch=64、Adam lr=0.001；最多160 epoch、patience=20；seeds=101/202/303。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O-only 合成评价与区间的实际来源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网络监督、冻结表征可读出性和预测区间分别记录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O-only 网络本身只训练完整重建；合成评价另用训练集真值，对全部均值坐标拟合 shape / log幅值线性 ridge（α=1），再冻结到评价集。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因此 O-only 合成误差衡量“重建表征 + 监督线性读出”；等容量指基础网络与均值瓶颈，不包括这个附加 ridge。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点模型和 O-only 用选择集残差 RMS：形状和幅值各一个常数尺度。分布模型用网络 SD × 选择集温度；温度限制为[0.1,10]。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这个合成可读出性端点与后面的实测条件 Hb 探针不同；两者都不能自动赋予表示生理来源身份。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合成训练与评价身份严格分开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同基础轨迹的全部干预变体放在同一个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62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2187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585216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分组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基础身份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场景与记录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训练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512 / family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8场景 × control/intervention = 8,192条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选择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128 / family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8场景 × control/intervention = 2,048条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共同评价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256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20场景 × control/intervention = 10,240条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61493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计数解释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所有四臂共享相同评价案例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两个模态 × 12模型 = 245,760条评分记录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三优化种子不增加评价基础身份或被试数；区间与误差必须分 control / intervention 汇报。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评价场景 I：从真实变化到观测混淆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先检查训练支持范围内的函数恢复及不应出现的语义变化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63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5303520"/>
                <a:gridCol w="352044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类别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场景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问题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真实驱动改变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true_a_amplitude / true_a_shape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语义是否跟随真实变化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观测增益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feature_gain_only / Hb_gain_only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幅值是否被误认作驱动变化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共同 Hb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common_Hb / correlated_Hb_component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广泛变化是否污染共享语义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动力学 / 初态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tau_change / initial_change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观测形状变化会被写入哪一分支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基准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baseline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在已定义生成机制中能否学会目标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评价场景 II：生成机制外推与识别反例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随机参数范围更宽，不等于已经覆盖新的生成机制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64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715000"/>
                <a:gridCol w="315468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类别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场景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问题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未见时间基底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non_dct_impulse / ou_drive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平滑训练先验是否压制真实变化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观测映射改变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time_varying_feature_gain / rotated_spectral_mixture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固定谱/增益假设是否稳定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响应机制改变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input_lowpass / viscoelastic_outflow / alternative_hrf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时间响应错配与状态归属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关系改变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independent_Hb_drive / no_coupling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无共享信息时会否仍输出共享语义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精确别名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exact_eeg_alias / exact_joint_alias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5364A"/>
                          </a:solidFill>
                          <a:latin typeface="Noto Sans CJK SC"/>
                        </a:rPr>
                        <a:t>相同观测是否对应不止一个真值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四臂三种子的训练与选择曲线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合成结果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65</a:t>
            </a:r>
          </a:p>
        </p:txBody>
      </p:sp>
      <p:pic>
        <p:nvPicPr>
          <p:cNvPr id="7" name="Picture 6" descr="quant_09_tokenizer_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12次拟合全部完成，每模型458168参数，512个训练base与128个选择base。实线为选择loss，虚线为训练loss，点为选定epoch。不同臂的损失定义不同，图用于检查训练和选择过程，不据此比较跨臂的语义优越性。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连续原型20场景控制形状恢复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合成结果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66</a:t>
            </a:r>
          </a:p>
        </p:txBody>
      </p:sp>
      <p:pic>
        <p:nvPicPr>
          <p:cNvPr id="7" name="Picture 6" descr="quant_10_tokenizer_control_heatmaps_read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每格为256个基础身份、三个优化种子的控制变体形状RMSE均值。此页比较三种端到端语义原型；O-only监督线性读出另页报告。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连续原型20场景干预形状恢复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合成结果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67</a:t>
            </a:r>
          </a:p>
        </p:txBody>
      </p:sp>
      <p:pic>
        <p:nvPicPr>
          <p:cNvPr id="7" name="Picture 6" descr="quant_11_tokenizer_intervention_heatmaps_read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干预变体与控制图共用色标。未见脉冲等机制使形状恢复显著恶化；三种语义原型及O-only线性读出的对照不能据单一基准泛化。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随机分布与同生成族随机点的proper-score比较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合成结果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68</a:t>
            </a:r>
          </a:p>
        </p:txBody>
      </p:sp>
      <p:pic>
        <p:nvPicPr>
          <p:cNvPr id="7" name="Picture 6" descr="quant_12_distribution_vs_random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每点为一个干预场景的种子均值；虚线下方表示分布原型分数较低。形状RMSE检验点预测，log幅值CRPS同时惩罚偏差与预测宽度。该对照保持随机生成族与网络容量相同，只检验分布目标的作用；所有数值及差值保存在附件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精确别名的控制/干预覆盖与区间宽度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合成结果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69</a:t>
            </a:r>
          </a:p>
        </p:txBody>
      </p:sp>
      <p:pic>
        <p:nvPicPr>
          <p:cNvPr id="7" name="Picture 6" descr="quant_13_alias_coverage_wid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分布原型在精确联合别名干预下，EEG/Hb的log幅值95%覆盖仅9.64%/3.65%。控制与干预的可见输入相同，语义幅值truth却不同；窄区间不能消除此不可识别性。图保留两变体及形状、幅值宽度。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OOD场景的选择性风险与保留比例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合成结果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70</a:t>
            </a:r>
          </a:p>
        </p:txBody>
      </p:sp>
      <p:pic>
        <p:nvPicPr>
          <p:cNvPr id="7" name="Picture 6" descr="quant_14_ood_risk_re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每条曲线把同场景的控制与干预记录合并，按冻结不确定性排序保留一部分记录，再计算形状RMSE；三个优化重复取均值。筛除的记录仍计入完整评价分母。未见脉冲、别名等场景不能仅靠提高拒绝比例获得已证明的语义有效性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真实与假语义变化的反事实响应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合成结果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71</a:t>
            </a:r>
          </a:p>
        </p:txBody>
      </p:sp>
      <p:pic>
        <p:nvPicPr>
          <p:cNvPr id="7" name="Picture 6" descr="quant_15_counterfactual_true_false_cha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联合别名的真实驱动变化RMS为0.02762，分布原型预测变化为0.00000。对truth不变的坐标增益、公共Hb、谱旋转等扰动，非零预测变化为假语义变化；图只比较三种端到端语义监督的原型。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纯观测监督线性readout与三种语义S头的四臂合成比较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Tokenizer 合成结果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72</a:t>
            </a:r>
          </a:p>
        </p:txBody>
      </p:sp>
      <p:pic>
        <p:nvPicPr>
          <p:cNvPr id="7" name="Picture 6" descr="quant_19_observation_linear_pr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O-only采用训练真值监督的线性读出。基准EEG/Hb形状RMSE为1.0541/0.1288，分布头为0.0433/0.0971；无耦合Hb反而是O-only更低（0.4224 vs 0.7512）。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精确 alias 应怎样解释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这是明确允许的竞争机制，不是要求网络从相同输入凭空辨认真值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反事实波形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将真实驱动幅值放大，同时反向改变 EEG 观测增益，可保留完全相同的 EEG。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joint alias 进一步使用精确 Hb 补偿，使两个模态输入都相同，但真实驱动幅值不同。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相同输入的确定编码器必然给出相同输出；本轮失败在于窄幅值区间不覆盖允许的两个机制。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解决方向是识别集合、先验敏感性或明示幅值不受支持；只增加输入异常检测器无法识别精确 alias。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合成基线：输入与独立语义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合成反事实波形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74</a:t>
            </a:r>
          </a:p>
        </p:txBody>
      </p:sp>
      <p:pic>
        <p:nvPicPr>
          <p:cNvPr id="7" name="Picture 6" descr="syn_wave_01_baseline_wid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38" y="1463040"/>
            <a:ext cx="10155218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首个评价基础轨迹、seed101：各模态独立恢复生成器条件形状。灰带为模型区间；本页是单例，覆盖结论以全256基础身份汇总为准。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形状变化还是读出尺度变化？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合成反事实波形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75</a:t>
            </a:r>
          </a:p>
        </p:txBody>
      </p:sp>
      <p:pic>
        <p:nvPicPr>
          <p:cNvPr id="7" name="Picture 6" descr="syn_wave_02_shape_vs_eeg_gain_wid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38" y="1463040"/>
            <a:ext cx="10155218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真实形状变化应被保留；仅改变EEG观测增益却也改变估计驱动。对比同一基础轨迹，不能把点估计的变化自动解释为真实生理变化。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幅值与增益：实际输入波形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合成反事实波形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76</a:t>
            </a:r>
          </a:p>
        </p:txBody>
      </p:sp>
      <p:pic>
        <p:nvPicPr>
          <p:cNvPr id="7" name="Picture 6" descr="syn_wave_03a_amplitude_input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38" y="1463040"/>
            <a:ext cx="10155218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真驱动×2使ln(RMS)改变ln2≈0.693；两种读出增益干预的真幅值均不变。图用实际α与HbO/HbR输入展示变化，再比较控制/干预的真log幅值及两个独立编码器的95%边际预测区间。EEG gain只乘有效log-power共同读出项，Hb gain只乘物理Hb均值响应；都不是人体绝对增益恢复。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幅值与增益：语义输出区间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合成反事实波形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77</a:t>
            </a:r>
          </a:p>
        </p:txBody>
      </p:sp>
      <p:pic>
        <p:nvPicPr>
          <p:cNvPr id="7" name="Picture 6" descr="syn_wave_03b_amplitude_intervals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38" y="1463040"/>
            <a:ext cx="10155218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真驱动×2使ln(RMS)改变ln2≈0.693；两种读出增益干预的真幅值均不变。图用实际α与HbO/HbR输入展示变化，再比较控制/干预的真log幅值及两个独立编码器的95%边际预测区间。EEG gain只乘有效log-power共同读出项，Hb gain只乘物理Hb均值响应；都不是人体绝对增益恢复。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完全相同输入的不可辨识反例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合成反事实波形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78</a:t>
            </a:r>
          </a:p>
        </p:txBody>
      </p:sp>
      <p:pic>
        <p:nvPicPr>
          <p:cNvPr id="7" name="Picture 6" descr="syn_wave_04_exact_joint_alias_wid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38" y="1463040"/>
            <a:ext cx="10155218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两个模态的输入、mask及模型输出逐位相同，真log幅值相差0.693；不能仅从这些观测辨认两种真值。细窄区间反映生成假设的限制。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分布外脉冲暴露形状失败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合成反事实波形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79</a:t>
            </a:r>
          </a:p>
        </p:txBody>
      </p:sp>
      <p:pic>
        <p:nvPicPr>
          <p:cNvPr id="7" name="Picture 6" descr="syn_wave_05_ood_impulse_wid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38" y="1463040"/>
            <a:ext cx="10155218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未见非DCT脉冲使预测形状明显偏离真值，区间并未充分扩张。单例可视化与前面的全场景误差、覆盖统计分别解释。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动力学变化会被归入驱动吗？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合成反事实波形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80</a:t>
            </a:r>
          </a:p>
        </p:txBody>
      </p:sp>
      <p:pic>
        <p:nvPicPr>
          <p:cNvPr id="7" name="Picture 6" descr="syn_wave_06_tau_response_wid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38" y="1463040"/>
            <a:ext cx="10155218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本例只改变τ，κ固定；输入EEG不变，Hb响应形状改变。图中响应真成分可加，但网络O/S由非线性解码器联合重建，不具有相同可加定义。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共同Hb项的语义归属边界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合成反事实波形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81</a:t>
            </a:r>
          </a:p>
        </p:txBody>
      </p:sp>
      <p:pic>
        <p:nvPicPr>
          <p:cNvPr id="7" name="Picture 6" descr="syn_wave_07_correlated_hb_wide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238" y="1463040"/>
            <a:ext cx="10155218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生成器共同Hb项与驱动具有0.85的参考RMS归一化内积（并非Pearson相关）；它改变Hb推断的形状与幅值，说明来源仍会混淆。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实测探针同时控制可见上下文和表征总容量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实测冻结探针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82</a:t>
            </a:r>
          </a:p>
        </p:txBody>
      </p:sp>
      <p:pic>
        <p:nvPicPr>
          <p:cNvPr id="7" name="Picture 6" descr="method_public_pr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97" y="1463040"/>
            <a:ext cx="10524499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context_raw 只是“未编码的 prepared 上下文”，并不是原生 EEG 电压或原始光强。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公开探针四方法的NRMSE与CRPS优化种子线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实测冻结探针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83</a:t>
            </a:r>
          </a:p>
        </p:txBody>
      </p:sp>
      <p:pic>
        <p:nvPicPr>
          <p:cNvPr id="7" name="Picture 6" descr="quant_16_public_probe_seed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40点前缀NRMSE种子均值依次为1.2286、1.1517、1.1554、1.1393。O改善上下文基线；加入S后NRMSE与CRPS均未进一步改善，等容量纯观测表征更好。三种子共享同15评价被试。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公开四方法的数据集与前缀分层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实测冻结探针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84</a:t>
            </a:r>
          </a:p>
        </p:txBody>
      </p:sp>
      <p:pic>
        <p:nvPicPr>
          <p:cNvPr id="7" name="Picture 6" descr="quant_17_public_probe_dataset_pref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每行固定同一数据集与目标Hb前缀；每格为先被试等权后取三优化种子均值。0点前缀完全排除目标Hb tokens，40点前缀保留可见目标Hb；表征收益依赖前缀与数据集，不能把总平均推广到所有数据边界。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全部监督原型的O→O+S条件公开增量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读取保留证据；图形为位图，结果与来源可追溯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实测冻结探针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85</a:t>
            </a:r>
          </a:p>
        </p:txBody>
      </p:sp>
      <p:pic>
        <p:nvPicPr>
          <p:cNvPr id="7" name="Picture 6" descr="quant_18_public_source_increment_all_a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86" y="1463040"/>
            <a:ext cx="10358323" cy="4315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随机分布原型40点前缀的O→O+S ΔNRMSE三种子分别为+0.00450、+0.00617、+0.00045，方向一致为变差。图同时保留随机点、受限点及0点前缀，横线是优化重复的最小—最大范围，菱形为均值，不是独立统计置信区间。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实测主结果：语义分支没有提供额外收益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随机化分布模型，前缀40；三优化种子均值；相同上下文与评分支持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实测结论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86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651760"/>
                <a:gridCol w="265176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</a:rPr>
                        <a:t>输入表征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</a:rPr>
                        <a:t>NRMSE ↓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</a:rPr>
                        <a:t>标准化 CRPS ↓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prepared 原始上下文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1.228612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0.846234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上下文 + 同模型 O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1.151679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0.790067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上下文 + 同模型 O + S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1.155386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0.792139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上下文 + 独立等容量纯 O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1.139294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0.781601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O→O+S 的 NRMSE 增加0.003707；相对等容量纯O增加0.016092，三个优化种子方向一致。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三部分证据共同限定当前结论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不能由合成成功翻转实测负结果，也不能由当前负结果否定所有生理表示方案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综合判断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SSM：谱方向、稳定动力学与配对特异性尚未构成一致的 EEG→Hb 机制证据。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合成：可以恢复生成器支持的相对形状；幅值与观测增益仍混淆，跨机制不确定性失校准。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实测：observation 表示在可见前缀下有工程价值；semantic 坐标未超过 observation 与容量对照。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本轮交付的是可复现的连续接口、有限正结果和清晰失败边界；没有获得生理 teacher / VQ 晋级依据。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执行完成与科学支持分别记录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失败和修复保留；最终分母没有由成功子集替代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执行与复现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88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799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7726679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核验项目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结果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SSM 合成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5,760项成功；2,880实际前缀拟合全部收敛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SSM 公开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23,040项成功；9,000实际拟合全部收敛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Tokenizer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12训练 + 12合成评价 + 12公开探针全部完成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评分分母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245,760合成记录；36,720公开探针记录，无非有限 / 失败行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软件与证据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15364A"/>
                          </a:solidFill>
                          <a:latin typeface="Noto Sans CJK SC"/>
                        </a:rPr>
                        <a:t>125项定向测试；29项证据核验；状态校验通过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运行过程中的修复与资源选择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源码版本、失败日志和计算规则均保留，未用重训掩盖负结果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执行与复现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持久 user systemd 监督；CPU 单数值线程；SSM 按独立单元并行，GPU 训练按实测吞吐选择每卡两任务。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恢复入口曾因 CUDA checkpoint 将 RNG 状态放入错误设备而失败；修复只把 RNG 状态恢复到 CPU，训练损失与网络不变。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汇总修复恢复了反事实表；features/batch_v2 补充训练增益来源，保留原 batch_v1。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全部训练与评分结束；原始失败记录、六套不可变源码快照、配置、监督日志及完成状态都可追溯。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下一步应由失败面决定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建议，不代表新实验已启动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90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343400"/>
                <a:gridCol w="416052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未解决问题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最小下一步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必须保留的检验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动力学选择退化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固定真值驱动 / 参数的有限 oracle 合成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区分输入误差、参数失配与机制混淆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幅值非唯一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识别集合或生成先验敏感性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保留 exact alias 与场景分层覆盖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跨机制形状失效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扩展时间基底前先定义可恢复函数目标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未见机制评价不能参与重选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S 无实测增量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重新检验目标本身；保留完整 O 基线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同容量、同上下文、同前缀与配对 null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不自动追加实测调参、受保护评价或 VQ；新的来源主张需要独立观测或机制锚定。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附录：完整响应方程与 Hb 读出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实现坐标为 [u,s,f,v,p,q]；状态曲线是模型条件推断结果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附录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91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86968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坐标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方程 / 定义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输入状态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τn&gt;0：du/dt=(r−u)/τn，u(0)=0；τn=0：u=r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信号与血流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ds/dt = β·u − κ·s − γ_feedback·(f−1)；df/dt = s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体积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dv/dt = (f−fout)/τ；fout = (τ·v^(1/α)+τv·f)/(τ+τv)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总 Hb 坐标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dp/dt = [f−(fout/v)·p]/τ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去氧 Hb 坐标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dq/dt = [f·E(f)/E0−(fout/v)·q]/τ；E(f)=1−(1−E0)^(1/f)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Hb 读出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HbO=P0·(p−1)−Q0·(q−1)；HbR=Q0·(q−1)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观测坐标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读出经过同一 Hb 处理算子后，再加共同项；不能直接与原生光强相加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γ_feedback 为固定生理模型参数；与谱读出候选权重 γ 不是同一参数。β和其余未声明扩展参数固定为parent H0。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附录：冻结的 SSM 候选与数值预算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参数选择只使用允许的训练 / 选择资料；不按评价机制标签重选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附录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92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799" cy="275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498079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参数 / 规则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冻结内容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谱混合 γ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−1、−0.5、0、0.5、1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独立增益 g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0、0.5、1/√2、2/√5、1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输入低通 τn / 出流 τv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τn∈{0,0.5,1,2}s；τv∈{0,1,3,6}s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EEG 先验与时间基底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24 temporal modes；state SD=0.025；AR φ=0.95、weight=0.1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前缀与选择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40点主选择复用于0点；失败惩罚10；同分选择较简单候选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求解器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5364A"/>
                          </a:solidFill>
                          <a:latin typeface="Noto Sans CJK SC"/>
                        </a:rPr>
                        <a:t>最大120 evaluations；RK每步4 substeps；gradient tolerance=10⁻⁶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附录：训练损失和表征容量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同样的网络参数数量，明确不同坐标受到什么监督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附录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0">
                <a:solidFill>
                  <a:srgbClr val="15364A"/>
                </a:solidFill>
                <a:latin typeface="Noto Sans CJK SC"/>
              </a:rPr>
              <a:t>每模态 L = L_shape + 0.25·L_logA + L_full_reconstruction，总损失为 EEG 与 Hb 之和。点模型语义用平方误差，分布模型用 Gaussian NLL；重建在本模态训练标准化坐标计算。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受监督臂把语义均值 detach 后送入本模态解码器；完整重建不能反向改写语义头。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O-only 臂不使用语义真值损失；全部均值坐标都可通过完整重建学习，因此它的原始 S 头误差不是公平的语义恢复基线。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均值表征：每时间点8维 O、1维形状，加1个窗口幅值；尺度头所有臂均存在，但点模型不将未监督尺度头解释为区间。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附录：12 个训练实例的选择与停止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每格为最佳选择 epoch / 实际停止 epoch；相同上限不等于实际训练步数相同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附录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94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560320"/>
                <a:gridCol w="2560320"/>
                <a:gridCol w="256032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</a:rPr>
                        <a:t>臂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</a:rPr>
                        <a:t>seed101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</a:rPr>
                        <a:t>seed202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</a:rPr>
                        <a:t>seed303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等容量 O-only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159 / 160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45 / 65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160 / 160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受限点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97 / 117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86 / 106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100 / 120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随机化点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13 / 33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11 / 31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7 / 27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随机化分布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45 / 65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27 / 47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15364A"/>
                          </a:solidFill>
                          <a:latin typeface="Noto Sans CJK SC"/>
                        </a:rPr>
                        <a:t>23 / 43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925312"/>
            <a:ext cx="10991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26C7D"/>
                </a:solidFill>
                <a:latin typeface="Noto Sans CJK SC"/>
              </a:rPr>
              <a:t>全部≤160 epoch；早停patience=20。最佳模型由各臂注册的选择损失决定，不能直接横比不同损失的原始数值。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文献提供动机，不替代本数据的证据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本轮引用均用于明确模型假设或解释边界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参考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95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36192"/>
          <a:ext cx="10972800" cy="2350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572000"/>
                <a:gridCol w="356616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文献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与本轮有关的内容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不能外推</a:t>
                      </a:r>
                    </a:p>
                  </a:txBody>
                  <a:tcPr marL="91440" marR="64008" marT="36576" marB="36576" anchor="ctr">
                    <a:solidFill>
                      <a:srgbClr val="153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Buxton et al., 2004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血流、血容量、氧合响应及出流松弛模型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不是本 EEG–fNIRS 参数的标定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Hermes et al., 2017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不同电生理成分与血管响应的关系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ECoG–BOLD 结果不直接指定头皮谱读出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Locatello et al., 2019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解耦依赖模型 / 数据的归纳假设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重建好并不赋予坐标来源名称</a:t>
                      </a:r>
                    </a:p>
                  </a:txBody>
                  <a:tcPr marL="91440" marR="64008" marT="36576" marB="36576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Hermans et al., 2022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模拟推断可能过度自信，需覆盖审计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5364A"/>
                          </a:solidFill>
                          <a:latin typeface="Noto Sans CJK SC"/>
                        </a:rPr>
                        <a:t>本轮 Gaussian 头不是完整 Bayesian SBI</a:t>
                      </a:r>
                    </a:p>
                  </a:txBody>
                  <a:tcPr marL="91440" marR="64008" marT="36576" marB="36576" anchor="ctr">
                    <a:solidFill>
                      <a:srgbClr val="E9F0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参考文献与可访问链接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文献动机与本轮数据支持程度分开；不以引用替代实验验证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参考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Buxton et al. (2004). Modeling the hemodynamic response to brain activation.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  <a:hlinkClick r:id="rId3"/>
              </a:rPr>
              <a:t>https://fmri.ucsd.edu/tliu/pdf/buxton04_model.pdf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364A"/>
                </a:solidFill>
                <a:latin typeface="Noto Sans CJK SC"/>
              </a:rPr>
              <a:t>Hermes et al. (2017). Neuronal synchrony and the relation between the blood-oxygen-level dependent response and the local field potential.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364A"/>
                </a:solidFill>
                <a:latin typeface="Noto Sans CJK SC"/>
                <a:hlinkClick r:id="rId4"/>
              </a:rPr>
              <a:t>https://journals.plos.org/plosbiology/article?id=10.1371/journal.pbio.2001461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364A"/>
                </a:solidFill>
                <a:latin typeface="Noto Sans CJK SC"/>
              </a:rPr>
              <a:t>Locatello et al. (2019). Challenging Common Assumptions in the Unsupervised Learning of Disentangled Representations.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364A"/>
                </a:solidFill>
                <a:latin typeface="Noto Sans CJK SC"/>
                <a:hlinkClick r:id="rId5"/>
              </a:rPr>
              <a:t>https://proceedings.mlr.press/v97/locatello19a.html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364A"/>
                </a:solidFill>
                <a:latin typeface="Noto Sans CJK SC"/>
              </a:rPr>
              <a:t>Hermans et al. (2022). A Trust Crisis In Simulation-Based Inference? Your Posterior Approximations Can Be Unfaithful.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364A"/>
                </a:solidFill>
                <a:latin typeface="Noto Sans CJK SC"/>
                <a:hlinkClick r:id="rId6"/>
              </a:rPr>
              <a:t>https://arxiv.org/abs/2110.06581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7396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364A"/>
                </a:solidFill>
                <a:latin typeface="Noto Sans CJK SC"/>
              </a:rPr>
              <a:t>证据与复现导航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05256"/>
            <a:ext cx="11109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26C7D"/>
                </a:solidFill>
                <a:latin typeface="Noto Sans CJK SC"/>
              </a:rPr>
              <a:t>正文、表格可编辑；所有科学图为 200–250 dpi PNG，并保留来源清单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2026.10.03  |  响应动力学与连续语义  |  复现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967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26C7D"/>
                </a:solidFill>
                <a:latin typeface="Noto Sans CJK SC"/>
              </a:rPr>
              <a:t>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实验合同：semantic_response_discovery_v1.yaml；状态 owner：research_state/registry.json。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1289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SSM：summary / dataset_equal_comparisons / primary_null_specificity / calibration 及逐单元 NPZ。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3028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Tokenizer：summary、scenario_variant_seed_summary，以及每模型 evaluation / public_probes。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93157"/>
            <a:ext cx="10789920" cy="8938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5364A"/>
                </a:solidFill>
                <a:latin typeface="Noto Sans CJK SC"/>
              </a:rPr>
              <a:t>本报告：presentation_sources.json、三类图形 provenance、源代码快照与 PDF 导出核验。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