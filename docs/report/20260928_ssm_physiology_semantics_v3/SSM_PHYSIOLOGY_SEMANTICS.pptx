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源文件：summary.json</a:t>
            </a:r>
          </a:p>
          <a:p>
            <a:r>
              <a:t>全面实验结果 · 固定六状态与观测结构 · 最终评审版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源文件：summary.json; training_summary.json</a:t>
            </a:r>
          </a:p>
          <a:p>
            <a:r>
              <a:t>以下能力不可互相替代；实测重建仍需逐数据集判断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源文件：inventory.json; cohort.json</a:t>
            </a:r>
          </a:p>
          <a:p>
            <a:r>
              <a:t>几何或对齐不足是数据边界；没有为扩大样本虚构跨模态配准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源文件：resolved_config.yaml; diagnostic_plan.json</a:t>
            </a:r>
          </a:p>
          <a:p>
            <a:r>
              <a:t>训练参数冻结后，验证窗口仍重拟合自己的驱动与初态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源文件：measured_manifest.json; resolved_config.yaml</a:t>
            </a:r>
          </a:p>
          <a:p>
            <a:r>
              <a:t>每窗有 120 个驱动值和 5 个血管初态；参数共享减少的是生理参数自由度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源文件：resolved_config.yaml; coordinates/*.json</a:t>
            </a:r>
          </a:p>
          <a:p>
            <a:r>
              <a:t>搜索区间是工程设置，不是正常人体范围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源文件：training_plan.json; diagnostic_plan.json</a:t>
            </a:r>
          </a:p>
          <a:p>
            <a:r>
              <a:t>先冻结观测规范，再改变参数使用的训练／校准支持；同一验证目标重新估计驱动与初态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源文件：data_quality_audit/20260928_hbo_hbr_prevalence_v1/summary.csv</a:t>
            </a:r>
          </a:p>
          <a:p>
            <a:r>
              <a:t>复用独立原生审计：连续 30 s 通道窗口、被试等权；误差线为被试聚类区间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源文件：native_qc_summary.json; qc_detail/*.json</a:t>
            </a:r>
          </a:p>
          <a:p>
            <a:r>
              <a:t>全记录通道对审计与上一页 30 s 窗口使用不同分母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源文件：synthetic*_summary.json</a:t>
            </a:r>
          </a:p>
          <a:p>
            <a:r>
              <a:t>τ/β 单参各 288 组，联合 288 组，条件 κ 96 组；数值成功率均为 100%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源文件：synthetic_summary.json; synthetic_feature_summary.json; observation_math.json</a:t>
            </a:r>
          </a:p>
          <a:p>
            <a:r>
              <a:t>处理算子削弱了驱动的直接恢复；状态必须逐项判读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源文件：synthetic_state_recovery.csv; synthetic_diagnostics_summary.json</a:t>
            </a:r>
          </a:p>
          <a:p>
            <a:r>
              <a:t>以生成训练状态 SD 归一化；每格为面板误差的中位数 [P90]，每面板先取 6 条验证轨迹中位数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源文件：synthetic_diagnostics_summary.json; hierarchy_validation.csv</a:t>
            </a:r>
          </a:p>
          <a:p>
            <a:r>
              <a:t>每机制 8 个虚拟队列；4 组×4 被试×3 记录×6 窗口；β 等其他参数固定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源文件：hierarchy_variation_recovery.csv; hierarchy_parameters.csv</a:t>
            </a:r>
          </a:p>
          <a:p>
            <a:r>
              <a:t>每机制对 8 个虚拟队列等权描述；仅使用收敛估计，成功率另见完整表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源文件：stress_metrics.csv; synthetic_diagnostics_summary.json</a:t>
            </a:r>
          </a:p>
          <a:p>
            <a:r>
              <a:t>真实参数、驱动与初态在扰动组和对照组之间配对；拟合器未获得额外成分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源文件：integration_audit_summary.json; masked_integration_audit.csv</a:t>
            </a:r>
          </a:p>
          <a:p>
            <a:r>
              <a:t>主实验 4 子步；8 子步重放只改变数值分辨率，不改生理方程或参数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源文件：reconstruction_summary.json; resolved_config.yaml</a:t>
            </a:r>
          </a:p>
          <a:p>
            <a:r>
              <a:t>主指标使用训练 SD；同一候选的失败保留在计划分母中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源文件：reconstruction_common_later_windows.csv</a:t>
            </a:r>
          </a:p>
          <a:p>
            <a:r>
              <a:t>共同后续窗口；每个目标的参数来自相应训练／校准支持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源文件：reconstruction_regions.csv</a:t>
            </a:r>
          </a:p>
          <a:p>
            <a:r>
              <a:t>全部合格窗口；每个区域单独做记录／位点／被试等权，不把模板区域当作个体皮层定位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源文件：reconstruction_all_eligible.csv</a:t>
            </a:r>
          </a:p>
          <a:p>
            <a:r>
              <a:t>全体各方法合格身份；误差条件于成功拟合，失败率由上一页保留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源文件：reconstruction_all_eligible.csv</a:t>
            </a:r>
          </a:p>
          <a:p>
            <a:r>
              <a:t>相同预测的两种评分尺度；本窗尺度只用于诊断，从未进入拟合或选参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源文件：linear_reference_summary.json</a:t>
            </a:r>
          </a:p>
          <a:p>
            <a:r>
              <a:t>静息线性化保留同一单驱动和五初态；不会自动成为有效的非线性生理轨迹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源文件：sharing_paired_comparisons.csv</a:t>
            </a:r>
          </a:p>
          <a:p>
            <a:r>
              <a:t>配对被试／记录／120 s 时间块 bootstrap 区间；没有把窗口当独立样本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源文件：reconstruction_windows.csv</a:t>
            </a:r>
          </a:p>
          <a:p>
            <a:r>
              <a:t>同一窗口的目标与 H0 残差比较；仅画成功求解窗口，失败分母在主表保留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源文件：reconstruction_windows.csv; measured/*/w*.npz</a:t>
            </a:r>
          </a:p>
          <a:p>
            <a:r>
              <a:t>按 H0 三分量最大 NRMSE 排序后选取；示例为事后描述，不用于选择参数或子面板</a:t>
            </a:r>
          </a:p>
          <a:p>
            <a:r>
              <a:t>示例身份：</a:t>
            </a:r>
          </a:p>
          <a:p>
            <a:r>
              <a:t>eeg_fnirs_single_trial__subject_09__session_03__posterior__w5</a:t>
            </a:r>
          </a:p>
          <a:p>
            <a:r>
              <a:t>simultaneous_eeg_nirs__VP014__cnt_dsr__posterior__w28</a:t>
            </a:r>
          </a:p>
          <a:p>
            <a:r>
              <a:t>visual_cognitive_motivation__S14__S14_Part1_Probe2__prefrontal__montage1__w6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源文件：reconstruction_windows.csv; measured/*/w*.npz</a:t>
            </a:r>
          </a:p>
          <a:p>
            <a:r>
              <a:t>按 H0 三分量最大 NRMSE 排序后选取；示例为事后描述，不用于选择参数或子面板</a:t>
            </a:r>
          </a:p>
          <a:p>
            <a:r>
              <a:t>示例身份：</a:t>
            </a:r>
          </a:p>
          <a:p>
            <a:r>
              <a:t>eeg_fnirs_single_trial__subject_27__session_04__posterior__w16</a:t>
            </a:r>
          </a:p>
          <a:p>
            <a:r>
              <a:t>simultaneous_eeg_nirs__VP011__cnt_wg__posterior__w22</a:t>
            </a:r>
          </a:p>
          <a:p>
            <a:r>
              <a:t>visual_cognitive_motivation__S10__S10_Part1_Probe2__prefrontal__montage1__w27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源文件：reconstruction_windows.csv; measured/*/w*.npz</a:t>
            </a:r>
          </a:p>
          <a:p>
            <a:r>
              <a:t>按 H0 三分量最大 NRMSE 排序后选取；示例为事后描述，不用于选择参数或子面板</a:t>
            </a:r>
          </a:p>
          <a:p>
            <a:r>
              <a:t>示例身份：</a:t>
            </a:r>
          </a:p>
          <a:p>
            <a:r>
              <a:t>eeg_fnirs_single_trial__subject_23__session_05__posterior__w2</a:t>
            </a:r>
          </a:p>
          <a:p>
            <a:r>
              <a:t>simultaneous_eeg_nirs__VP002__cnt_wg__motor__w32</a:t>
            </a:r>
          </a:p>
          <a:p>
            <a:r>
              <a:t>visual_cognitive_motivation__S16__S16_Part1_Probe1__posterior__montage0__w7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源文件：historical_focus.json; measured/*/w7.json</a:t>
            </a:r>
          </a:p>
          <a:p>
            <a:r>
              <a:t>session_01 / AF7Fp1 / 原生起点 277.96 s；原生 ρ=0.822，去趋势后 ρ=0.854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源文件：reconstruction_QC_strata.csv</a:t>
            </a:r>
          </a:p>
          <a:p>
            <a:r>
              <a:t>H0 在共同后续窗口上的三项联合达标率；QC 负担按拟合前原生统计将被试等分三层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源文件：reconstruction_QC_strata.csv</a:t>
            </a:r>
          </a:p>
          <a:p>
            <a:r>
              <a:t>H0 在共同后续窗口上的三项联合达标率；QC 负担按拟合前原生统计将被试等分三层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源文件：reconstruction_QC_strata.csv</a:t>
            </a:r>
          </a:p>
          <a:p>
            <a:r>
              <a:t>H0 在共同后续窗口上的三项联合达标率；QC 负担按拟合前原生统计将被试等分三层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源文件：within_subject_QC_association.csv</a:t>
            </a:r>
          </a:p>
          <a:p>
            <a:r>
              <a:t>每个点是同一被试各区域的记录间相关均值；只纳入至少 3 条有效记录的区域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源文件：repeatability_pairs.csv</a:t>
            </a:r>
          </a:p>
          <a:p>
            <a:r>
              <a:t>每个点为一个被试×位点配对；不同点未被当作独立被试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源文件：training_summary.json; repeatability_pairs.csv</a:t>
            </a:r>
          </a:p>
          <a:p>
            <a:r>
              <a:t>对称相对差异 = 2|A−B|/(A+B)；这不是参数的绝对生理误差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源文件：repeatability_icc.csv; training_summary.json</a:t>
            </a:r>
          </a:p>
          <a:p>
            <a:r>
              <a:t>绝对一致性 ICC(A,1)，在 log 参数上计算；没有裁剪负值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源文件：training_summary.csv; training_parameters.csv</a:t>
            </a:r>
          </a:p>
          <a:p>
            <a:r>
              <a:t>成功估计的中位数 [P10, P90]；同一被试可含区域、重复记录和外折坐标，不是独立人群样本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源文件：training_summary.csv; training_parameters.csv</a:t>
            </a:r>
          </a:p>
          <a:p>
            <a:r>
              <a:t>成功估计的中位数 [P10, P90]；同一被试可含区域、重复记录和外折坐标，不是独立人群样本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源文件：training_summary.csv</a:t>
            </a:r>
          </a:p>
          <a:p>
            <a:r>
              <a:t>触界值保留；没有根据外折结果扩大参数范围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源文件：profiles_metrics.csv; profiles/*/result.json</a:t>
            </a:r>
          </a:p>
          <a:p>
            <a:r>
              <a:t>每条线对应一名子面板被试；蓝 Single-Trial，橙 Simultaneous，绿 Visual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源文件：sensitivity_metrics.csv</a:t>
            </a:r>
          </a:p>
          <a:p>
            <a:r>
              <a:t>点为子面板中位变化，横线为 P10–P90；不根据这些结果为每人调惩罚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源文件：completion_summary.csv; completion_windows.csv</a:t>
            </a:r>
          </a:p>
          <a:p>
            <a:r>
              <a:t>数字为成功补全的被试等权平均隐藏分量 NRMSE；灰色空缺表示该支持下基线不可用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源文件：completion_summary.csv; completion_windows.csv</a:t>
            </a:r>
          </a:p>
          <a:p>
            <a:r>
              <a:t>数字为成功补全的被试等权平均隐藏分量 NRMSE；灰色空缺表示该支持下基线不可用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源文件：completion_summary.csv; completion_windows.csv</a:t>
            </a:r>
          </a:p>
          <a:p>
            <a:r>
              <a:t>数字为成功补全的被试等权平均隐藏分量 NRMSE；灰色空缺表示该支持下基线不可用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源文件：completion_windows.csv; missing/*/result.npz</a:t>
            </a:r>
          </a:p>
          <a:p>
            <a:r>
              <a:t>各数据集选取 H2 τ 隐藏误差接近中位数的窗口；灰区为隐藏的 4 秒</a:t>
            </a:r>
          </a:p>
          <a:p>
            <a:r>
              <a:t>示例身份：</a:t>
            </a:r>
          </a:p>
          <a:p>
            <a:r>
              <a:t>eeg_fnirs_single_trial__subject_24__session_00__prefrontal__w4</a:t>
            </a:r>
          </a:p>
          <a:p>
            <a:r>
              <a:t>simultaneous_eeg_nirs__VP003__cnt_dsr__prefrontal__w15</a:t>
            </a:r>
          </a:p>
          <a:p>
            <a:r>
              <a:t>visual_cognitive_motivation__S13__S13_Part2_Probe1__prefrontal__montage0__w22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源文件：completion_null_comparisons.csv</a:t>
            </a:r>
          </a:p>
          <a:p>
            <a:r>
              <a:t>预先指定 H2 τ 展示；完整 H0／H2 β 对照在数据表中；每数据集仅 6 名子面板被试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源文件：trial_calibration_metrics.csv; profiles/*/result.json</a:t>
            </a:r>
          </a:p>
          <a:p>
            <a:r>
              <a:t>前 10 s 三分量校准 τ+β；随后保持全 EEG 与前 10 s Hb 可见，评价后 20 s Hb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源文件：context_metrics.csv; context/*/result.json</a:t>
            </a:r>
          </a:p>
          <a:p>
            <a:r>
              <a:t>同一连续 120 s 内嵌套 30／60／120 s；不拼接 trial，不跨未验证时间支持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源文件：transfer_metrics.csv; transfer/*/result.json</a:t>
            </a:r>
          </a:p>
          <a:p>
            <a:r>
              <a:t>目标 PCA／尺度仅用其他目标被试；来源数据集 τ 的重叠外折构成集成，不是独立重复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源文件：coordinates/*.json; resolved_config.yaml</a:t>
            </a:r>
          </a:p>
          <a:p>
            <a:r>
              <a:t>按 6 个通道合并载荷平方，再对固定区域／外折描述性平均；不是频段解释方差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源文件：observation_math.json; src/inference/t3a_balloon_robust_ssm.py</a:t>
            </a:r>
          </a:p>
          <a:p>
            <a:r>
              <a:t>先区分代数观测方向与动态状态，再讨论生理来源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源文件：observation_math.json</a:t>
            </a:r>
          </a:p>
          <a:p>
            <a:r>
              <a:t>等价变换作用于驱动、EEG loading 与耦合；并未声称固定规范内 β 必然不可辨识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源文件：reconstruction_summary.json; training_summary.json</a:t>
            </a:r>
          </a:p>
          <a:p>
            <a:r>
              <a:t>基于本轮共同窗口结果提出；这是评审建议，未验证自动选参策略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源文件：sharing_paired_comparisons.csv; training_summary.json</a:t>
            </a:r>
          </a:p>
          <a:p>
            <a:r>
              <a:t>仍是条件于冻结坐标和拟合参数的外折比较；不构成个体生理时间常数验证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源文件：summary.json; observation_math.json</a:t>
            </a:r>
          </a:p>
          <a:p>
            <a:r>
              <a:t>由用户作最终放行决定；本轮证据支持的范围如下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源文件：summary.json; resolved_config.yaml</a:t>
            </a:r>
          </a:p>
          <a:p>
            <a:r>
              <a:t>这些限制影响结论力度，不能在评审时省略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源文件：verification.json; *_manifest.json; resource_updates.json</a:t>
            </a:r>
          </a:p>
          <a:p>
            <a:r>
              <a:t>模型拟合、统计汇总与汇报生成均保留原始身份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证据根目录：/SSD_2/pid-mcm-implementation/experiments/runs/physiology_semantic_tokenizer/shared_driver_reconstruction/20260928_physiology_semantics_v1</a:t>
            </a:r>
          </a:p>
          <a:p>
            <a:r>
              <a:t>源文件：observation_math.json; presentation_sources.json</a:t>
            </a:r>
          </a:p>
          <a:p>
            <a:r>
              <a:t>外部研究用于解释辨识与来源混杂原则；不代替本项目实测验证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状态空间模型：轨迹恢复与生理语义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全面实验结果 · 固定六状态与观测结构 · 最终评审版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研究对象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103 名被试、786 条原始记录；71 名被试进入 EEG–Hb 联合建模。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主要问题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参数应固定、按数据集共享，还是按被试／记录变化？这种变化能否稳定复现？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实现边界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保留单一驱动和五个血管初态；没有增加独立慢共同成分。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交付形式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以证据区分数值恢复、观测拟合、个体参数和生理来源；评审结论分别给出。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核心判断：匹配恢复通过，个体语义尚不成立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以下能力不可互相替代；实测重建仍需逐数据集判断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summary.json; training_summary.json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数值实现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匹配合成的 τ、β、τ+β、条件 κ 均通过预设误差与成功率筛查。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42615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实测拟合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642615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共同后续窗口上的最高全分母达标率：Single-Trial 86.0%；Simultaneous 84.7%；Visual 87.6%；仍是条件重建。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0439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缺失恢复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520439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中心 Hb 补全弱于自身插值；隐藏 EEG 时误差可达十余个训练 SD，不能作为可靠驱动恢复器。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8264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参数语义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4398264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未收缩 H2 的 τ／β 重复差异中位数均未达到 20% 筛查线；不能作为已验证的个体生理指标。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76088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来源分离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5276088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支持模型条件组合与残差分析；未唯一分离皮层／头皮、局部／全身或氧代谢。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四数据集覆盖与可评估边界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几何或对齐不足是数据边界；没有为扩大样本虚构跨模态配准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inventory.json; cohort.json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828800"/>
                <a:gridCol w="3246120"/>
              </a:tblGrid>
              <a:tr h="66751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原生被试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原生记录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联合被试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区域窗口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174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10440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78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6093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16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16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6370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REFED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32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480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" y="5760720"/>
            <a:ext cx="10789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REFED：Hb 审计；EEG–Hb 几何未共同注册。Simultaneous：9 条未核验对齐记录不进入联合窗口。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相同模型，逐级增加证据强度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训练参数冻结后，验证窗口仍重拟合自己的驱动与初态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resolved_config.yaml; diagnostic_plan.json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S：已知真值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直接观测 → 实际处理算子 → 联合参数 → 条件 κ；另做层级真值与观测失配。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P／F：实测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4 Hz、30 s 的 EEG log-power/PCA 与双 Hb；五折被试划分，H0–H3 单参对照覆盖全部合格窗口。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R：重复性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独立记录或不重叠块 A/B；固定观测规范；触界、收缩和 ICC 一起审查。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O：分离边界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缺失补全、donor／时间移位／空间对照、目标剖面、真实连续上下文和规范变换。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本轮检验的是当前重建推断入口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每窗有 120 个驱动值和 5 个血管初态；参数共享减少的是生理参数自由度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measured_manifest.json; 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工程目标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最小化标准化观测残差、驱动曲率、初态和 log-flow 惩罚；r(t) 逐时点优化。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共享约束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两条 Hb 由同一驱动与血管动力学生成，没有逐时点血管创新或独立慢共同成分。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验证含义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冻结 τ／β 后，验证窗仍读取自己的可见观测来估计驱动和初态；完整输入成绩属于条件重建。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未授予资格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这不是已校准的随机状态后验或概率覆盖率验证，也没有启动 tokenizer 训练。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参数角色与参考值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搜索区间是工程设置，不是正常人体范围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resolved_config.yaml; coordinates/*.json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τ / 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τ 参考 2 s，搜索 0.5–8 s；β 参考 1，搜索 0.1–10。β 是固定观测规范下的有效耦合。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其余动力学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主比较 κ=0.64，α=E₀=γ=0.32；κ 仅在固定子面板做剖面，其他量做敏感性。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幅度规范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P₀=1、Q₀=0.35、EEG loading=1；训练 PCA 与公共 Hb 尺度冻结；没有绝对个体标定。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局部变量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驱动 r(t) 与初态每窗口推断。首 5 s 观测参考不等同生理静息状态。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六种参数分配方式怎样比较？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先冻结观测规范，再改变参数使用的训练／校准支持；同一验证目标重新估计驱动与初态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training_plan.json; diagnostic_plan.json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4023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617720"/>
              </a:tblGrid>
              <a:tr h="574765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层级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参数来自哪里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如何评估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H0 固定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固定 τ=2 s、β=1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全部合格观测窗口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H1 数据集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其他训练被试，同区域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未参与选参的被试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 被试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同被试的另一记录／块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冻结到新记录／块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H2s 收缩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 估计向训练 H1 收缩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同 H2，固定收缩强度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H3 记录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该记录最初 3 个校准窗口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后续不重叠窗口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H4 trial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该 trial 本身／前 10 s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自身拟合诊断／特征补全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" y="5998464"/>
            <a:ext cx="10744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H1/H2 最多使用 18 个训练窗口；H3 为 3 个。主比较分别仅估计 τ 或 β；H4 的 τ+β 限定预选子面板。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高度同向并非本轮新增现象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复用独立原生审计：连续 30 s 通道窗口、被试等权；误差线为被试聚类区间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data_quality_audit/20260928_hbo_hbr_prevalence_v1/summary.csv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6" name="Picture 5" descr="native_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60014"/>
            <a:ext cx="11018520" cy="3678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处理前已有强正相关；处理会改变比例。相关方向本身不能证明数据损坏或定位来源。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本轮原生质量审计：未发现简单复制错误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全记录通道对审计与上一页 30 s 窗口使用不同分母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native_qc_summary.json; qc_detail/*.json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286000"/>
                <a:gridCol w="2560320"/>
                <a:gridCol w="3154680"/>
              </a:tblGrid>
              <a:tr h="667512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通道对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非平坦复制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非均匀时钟记录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6264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2808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1296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REFED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24480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" y="5733288"/>
            <a:ext cx="107442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未发现整段 Hb 记录完全重复或计划窗口越出原生时间支持。REFED 的 HbT 为依赖列，闭合误差最大约 2×10⁻⁶。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模型匹配条件下，参数恢复误差较小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τ/β 单参各 288 组，联合 288 组，条件 κ 96 组；数值成功率均为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synthetic*_summary.json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6" name="Picture 5" descr="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60594"/>
            <a:ext cx="11018520" cy="3677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生成 8 子步、拟合 4 子步并独立重放；模型匹配与已知幅度规范不能代表实测语义已验证。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参数恢复通过，不等于完整潜状态恢复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处理算子削弱了驱动的直接恢复；状态必须逐项判读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synthetic_summary.json; synthetic_feature_summary.json; observation_math.json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直接观测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验证 driver NRMSE 中位约 0.049（拟合 τ）／0.049（拟合 β）。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实际时间算子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对应值升至 0.107／0.104；仍使用原坐标评分，没有逐轨迹重新定标。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观测参考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基线扣除与滤波存在低秩方向；拟合出的驱动 DC、初态与绝对浓度不能仅凭低误差获得资格。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压力验证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后续改变真实层级与观测幅度／噪声，检查参数是否把观测问题吸收为个体差异。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已知潜状态：匹配条件下逐项检查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以生成训练状态 SD 归一化；每格为面板误差的中位数 [P90]，每面板先取 6 条验证轨迹中位数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synthetic_state_recovery.csv; synthetic_diagnostics_summary.json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6" name="Picture 5" descr="state_reco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19477"/>
            <a:ext cx="11018520" cy="37597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这里有合成真值。实测没有这六条真实状态可供核对，因此该结果只证明匹配模型内的恢复能力。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真实参数变化在哪一级，共享方式就面临不同代价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每机制 8 个虚拟队列；4 组×4 被试×3 记录×6 窗口；β 等其他参数固定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synthetic_diagnostics_summary.json; hierarchy_validation.csv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13</a:t>
            </a:r>
          </a:p>
        </p:txBody>
      </p:sp>
      <p:pic>
        <p:nvPicPr>
          <p:cNvPr id="6" name="Picture 5" descr="hierarchy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99" y="1673352"/>
            <a:ext cx="10885753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评价第三记录后半段；H3 只使用该记录前三窗口。H4 拟合自身目标，未混入独立验证排名。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参数个体差异是否可能来自观测变化？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每机制对 8 个虚拟队列等权描述；仅使用收敛估计，成功率另见完整表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hierarchy_variation_recovery.csv; hierarchy_parameters.csv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14</a:t>
            </a:r>
          </a:p>
        </p:txBody>
      </p:sp>
      <p:pic>
        <p:nvPicPr>
          <p:cNvPr id="6" name="Picture 5" descr="hierarchy_var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3752"/>
            <a:ext cx="11018520" cy="40111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左图真实 τ 恒定；右图参照为各校准支持的真实 τ 算术均值，混合层级时仅作描述。H4 不代表外推。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观测失配会破坏参数和驱动解释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真实参数、驱动与初态在扰动组和对照组之间配对；拟合器未获得额外成分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stress_metrics.csv; synthetic_diagnostics_summary.json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6" name="Picture 5" descr="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6042"/>
            <a:ext cx="11018520" cy="3846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误差条件于参数及验证求解成功；Hb 交换组参数成功率 τ 68.8%、β 56.3%。不是实测来源识别证据。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更细积分核查：保留原始拟合结果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主实验 4 子步；8 子步重放只改变数值分辨率，不改生理方程或参数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integration_audit_summary.json; masked_integration_audit.csv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全量重放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197,076 个已收敛候选中，197,076 个在 8 子步保持合法；达标指示变化 0 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观测差异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同驱动、初态与参数的最大预测差：P99=7.68e-06，最大=0.00453 个训练 SD。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隐藏 EEG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18 名预选被试，H2 τ 的隐藏 EEG 平均误差（4 → 8 子步）：中心 EEG：12.63 → 12.63（17 对）；整段 EEG：12.49 → 12.49（16 对）。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判读边界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隐藏任务为相同起点的 8 子步重新拟合；全量观测为冻结潜轨迹的重放。两项均保留原先失败与负结果。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实测拟合的评分与比较规则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主指标使用训练 SD；同一候选的失败保留在计划分母中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reconstruction_summary.json; 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达标条件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数值成功，且 EEG、HbO、HbR 三项 NRMSE 都 &lt;0.5；数据集门槛为成功率 ≥95%、达标率 ≥80%。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权重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窗口 → 记录 → 同区位点 → 区域 → 被试等权。高窗口数被试不会自动获得更高权重。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公平比较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H0–H3 的直接差值限定在共同后续窗口；驱动与初态均从相同零驱动／静息起点求解。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可解释范围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这是三条处理后观测轨迹的条件重建。波形、低幅值局部 SD 误差和缺失补全另行检查。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共享层级的全分母达标率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共同后续窗口；每个目标的参数来自相应训练／校准支持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reconstruction_common_later_windows.csv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18</a:t>
            </a:r>
          </a:p>
        </p:txBody>
      </p:sp>
      <p:pic>
        <p:nvPicPr>
          <p:cNvPr id="6" name="Picture 5" descr="reconstruction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01" y="1673352"/>
            <a:ext cx="1077774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H3 校准 3 窗口，H1/H2 最多 18 窗口；此处比较实际策略，不能单独归因于参数自由度。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区域差异：固定参数的完整覆盖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全部合格窗口；每个区域单独做记录／位点／被试等权，不把模板区域当作个体皮层定位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reconstruction_regions.csv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19</a:t>
            </a:r>
          </a:p>
        </p:txBody>
      </p:sp>
      <p:pic>
        <p:nvPicPr>
          <p:cNvPr id="6" name="Picture 5" descr="regional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99999"/>
            <a:ext cx="11018520" cy="35986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同一数据集的各区域也可能有不同拟合难度。完整 H0–H3 区域表保留成功率、误差和分母。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分量误差：联合达标之外还要看失败来自哪里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全体各方法合格身份；误差条件于成功拟合，失败率由上一页保留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reconstruction_all_eligible.csv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20</a:t>
            </a:r>
          </a:p>
        </p:txBody>
      </p:sp>
      <p:pic>
        <p:nvPicPr>
          <p:cNvPr id="6" name="Picture 5" descr="component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5435"/>
            <a:ext cx="11018520" cy="3847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训练 SD 不是经独立标定的噪声标准差；这些指标不授予概率似然或覆盖率解释。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低幅值窗口：训练 SD 达标也可能保留波形误差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相同预测的两种评分尺度；本窗尺度只用于诊断，从未进入拟合或选参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reconstruction_all_eligible.csv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21</a:t>
            </a:r>
          </a:p>
        </p:txBody>
      </p:sp>
      <p:pic>
        <p:nvPicPr>
          <p:cNvPr id="6" name="Picture 5" descr="local_amplit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6042"/>
            <a:ext cx="11018520" cy="3846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本窗 SD 误差应结合波形相关与逐轨迹图解读，不能用低幅值窗口的大相对误差替代主指标。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同特征线性参考：残差与物理有效性分开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静息线性化保留同一单驱动和五初态；不会自动成为有效的非线性生理轨迹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linear_reference_summary.json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4023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2194560"/>
                <a:gridCol w="2468880"/>
                <a:gridCol w="2468880"/>
              </a:tblGrid>
              <a:tr h="574765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数据集 / 线性参考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三项&lt;0.5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物理域合法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小信号范围内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 / 带正则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86.0%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99.6%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94.0%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 / 无正则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86.5%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99.5%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92.2%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 / 带正则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84.3%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99.8%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94.1%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 / 无正则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84.4%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99.8%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92.0%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 / 带正则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86.4%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99.1%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91.2%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 / 无正则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86.7%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98.9%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89.4%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4088" y="5989320"/>
            <a:ext cx="1074420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26677"/>
                </a:solidFill>
                <a:latin typeface="Noto Sans CJK SC"/>
              </a:defRPr>
            </a:pPr>
            <a:r>
              <a:t>带正则参考有同系数曲率／初态惩罚，但没有非线性 log-flow 惩罚；无正则只给线性子空间内残差界。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适配收益有多大，是否稳定？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配对被试／记录／120 s 时间块 bootstrap 区间；没有把窗口当独立样本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sharing_paired_comparisons.csv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23</a:t>
            </a:r>
          </a:p>
        </p:txBody>
      </p:sp>
      <p:pic>
        <p:nvPicPr>
          <p:cNvPr id="6" name="Picture 5" descr="sharing_ga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0910"/>
            <a:ext cx="11018520" cy="40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区间条件于已拟合观测坐标与参数；8 项比较的 Holm 校正结果保存在表中。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观测层留下的残差仍需独立解释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同一窗口的目标与 H0 残差比较；仅画成功求解窗口，失败分母在主表保留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reconstruction_windows.csv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24</a:t>
            </a:r>
          </a:p>
        </p:txBody>
      </p:sp>
      <p:pic>
        <p:nvPicPr>
          <p:cNvPr id="6" name="Picture 5" descr="residual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0046"/>
            <a:ext cx="11018520" cy="3858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密度图仅作描述，窗口不独立。残差相关是模型条件诊断，不能自动命名为头皮、全身或伪迹成分。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逐轨迹查看：接近中位误差的实例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按 H0 三分量最大 NRMSE 排序后选取；示例为事后描述，不用于选择参数或子面板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reconstruction_windows.csv; measured/*/w*.npz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25</a:t>
            </a:r>
          </a:p>
        </p:txBody>
      </p:sp>
      <p:pic>
        <p:nvPicPr>
          <p:cNvPr id="6" name="Picture 5" descr="waveforms_med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97" y="1673352"/>
            <a:ext cx="10835956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黑线为处理后 EEG 特征与 Hb 观测；纵轴公共评分尺度。不能把这些图称为原始 EEG 波形或生理真值。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逐轨迹查看：接近 P90 误差的实例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按 H0 三分量最大 NRMSE 排序后选取；示例为事后描述，不用于选择参数或子面板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reconstruction_windows.csv; measured/*/w*.npz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26</a:t>
            </a:r>
          </a:p>
        </p:txBody>
      </p:sp>
      <p:pic>
        <p:nvPicPr>
          <p:cNvPr id="6" name="Picture 5" descr="waveforms_p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97" y="1673352"/>
            <a:ext cx="10835956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黑线为处理后 EEG 特征与 Hb 观测；纵轴公共评分尺度。不能把这些图称为原始 EEG 波形或生理真值。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逐轨迹查看：最差成功拟合实例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按 H0 三分量最大 NRMSE 排序后选取；示例为事后描述，不用于选择参数或子面板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reconstruction_windows.csv; measured/*/w*.npz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27</a:t>
            </a:r>
          </a:p>
        </p:txBody>
      </p:sp>
      <p:pic>
        <p:nvPicPr>
          <p:cNvPr id="6" name="Picture 5" descr="waveforms_wo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26" y="1673352"/>
            <a:ext cx="10844298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黑线为处理后 EEG 特征与 Hb 观测；纵轴公共评分尺度。不能把这些图称为原始 EEG 波形或生理真值。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保留困难例：S09 的同向 Hb 仍未被参数共享解决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session_01 / AF7Fp1 / 原生起点 277.96 s；原生 ρ=0.822，去趋势后 ρ=0.854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historical_focus.json; measured/*/w7.json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28</a:t>
            </a:r>
          </a:p>
        </p:txBody>
      </p:sp>
      <p:pic>
        <p:nvPicPr>
          <p:cNvPr id="6" name="Picture 5" descr="historical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3697"/>
            <a:ext cx="11018520" cy="3851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同一原生身份，当前特征／PCA／尺度已变化；各层级结果均保留，不与旧目标分数作因果式优劣比较。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Single-Trial：同步方向与独立 QC 交叉查看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H0 在共同后续窗口上的三项联合达标率；QC 负担按拟合前原生统计将被试等分三层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reconstruction_QC_strata.csv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29</a:t>
            </a:r>
          </a:p>
        </p:txBody>
      </p:sp>
      <p:pic>
        <p:nvPicPr>
          <p:cNvPr id="6" name="Picture 5" descr="QC_strata_eeg_fnirs_single_t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59437"/>
            <a:ext cx="11018520" cy="36797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N 为该交叉格的被试数；QC 层不是合格／损坏标签。稀疏格仅描述，原生整记录相关另存独立分层表。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Simultaneous：同步方向与独立 QC 交叉查看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H0 在共同后续窗口上的三项联合达标率；QC 负担按拟合前原生统计将被试等分三层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reconstruction_QC_strata.csv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30</a:t>
            </a:r>
          </a:p>
        </p:txBody>
      </p:sp>
      <p:pic>
        <p:nvPicPr>
          <p:cNvPr id="6" name="Picture 5" descr="QC_strata_simultaneous_eeg_n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59437"/>
            <a:ext cx="11018520" cy="36797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N 为该交叉格的被试数；QC 层不是合格／损坏标签。稀疏格仅描述，原生整记录相关另存独立分层表。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Visual：同步方向与独立 QC 交叉查看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H0 在共同后续窗口上的三项联合达标率；QC 负担按拟合前原生统计将被试等分三层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reconstruction_QC_strata.csv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31</a:t>
            </a:r>
          </a:p>
        </p:txBody>
      </p:sp>
      <p:pic>
        <p:nvPicPr>
          <p:cNvPr id="6" name="Picture 5" descr="QC_strata_visual_cognitive_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59437"/>
            <a:ext cx="11018520" cy="36797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N 为该交叉格的被试数；QC 层不是合格／损坏标签。稀疏格仅描述，原生整记录相关另存独立分层表。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同步方向与拟合困难：先在被试内部比较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每个点是同一被试各区域的记录间相关均值；只纳入至少 3 条有效记录的区域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within_subject_QC_association.csv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32</a:t>
            </a:r>
          </a:p>
        </p:txBody>
      </p:sp>
      <p:pic>
        <p:nvPicPr>
          <p:cNvPr id="6" name="Picture 5" descr="within_subject_associ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00567"/>
            <a:ext cx="11018520" cy="3597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描述性关联仍受任务和记录状态影响；未以该关联删除数据，也不能据此给同步信号命名来源。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个体参数：同一规范下的重复差异仍明显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每个点为一个被试×位点配对；不同点未被当作独立被试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repeatability_pairs.csv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33</a:t>
            </a:r>
          </a:p>
        </p:txBody>
      </p:sp>
      <p:pic>
        <p:nvPicPr>
          <p:cNvPr id="6" name="Picture 5" descr="repea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55" y="1673352"/>
            <a:ext cx="11003641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点对内部共享同一训练 PCA 与 Hb 尺度。不同规范的 β 不进入跨被试生理排序。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重复性同时检查收缩与触界的影响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对称相对差异 = 2|A−B|/(A+B)；这不是参数的绝对生理误差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training_summary.json; repeatability_pairs.csv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34</a:t>
            </a:r>
          </a:p>
        </p:txBody>
      </p:sp>
      <p:pic>
        <p:nvPicPr>
          <p:cNvPr id="6" name="Picture 5" descr="repeat_shrin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99397"/>
            <a:ext cx="11018520" cy="3599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非触界子集只作敏感性；主结果保留所有预定配对与失败。完整被试等权均值与区间另列。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ICC 不能绕过观测规范和重复类型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绝对一致性 ICC(A,1)，在 log 参数上计算；没有裁剪负值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repeatability_icc.csv; training_summary.json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可比组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320 个规范／位点／重复类型／参数组中，182 组可估计 ICC；其余样本或变异不足。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不确定性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8 组的条件 bootstrap 下界达到 0.60。小组通常仅数名被试，不能据此授予全数据集稳定性。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整体门槛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三个数据集的 H2 τ、β 配对差异中位数仍高于 20%；少数组通过 ICC 不能抵消这一结果。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严格限定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这些是记录或块间重复；没有跨日验证。区间条件于冻结的外层观测标定，未重拟合 PCA 不确定性。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实际拟合参数分布：τ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成功估计的中位数 [P10, P90]；同一被试可含区域、重复记录和外折坐标，不是独立人群样本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training_summary.csv; training_parameters.csv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94560"/>
                <a:gridCol w="2194560"/>
                <a:gridCol w="2148840"/>
              </a:tblGrid>
              <a:tr h="66751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H1 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 被试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H2s 收缩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H3 记录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1.40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[0.50, 3.14]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2.77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[0.95,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2.67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[0.94,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3.09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[0.63,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1.50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[1.28, 3.85]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2.54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[0.80, 6.87]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2.47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[0.81, 6.06]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2.38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[0.59,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0.90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[0.50, 1.53]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1.53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[0.50,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1.50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[0.50,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2.18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[0.50, 8.00]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596128"/>
            <a:ext cx="106984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单位：s。这些是冻结算子和惩罚下的有效估计；P10–P90 是描述性分布，不是生理正常范围或个体置信区间。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实际拟合参数分布：β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成功估计的中位数 [P10, P90]；同一被试可含区域、重复记录和外折坐标，不是独立人群样本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training_summary.csv; training_parameters.csv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94560"/>
                <a:gridCol w="2194560"/>
                <a:gridCol w="2148840"/>
              </a:tblGrid>
              <a:tr h="66751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H1 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 被试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H2s 收缩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H3 记录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1.88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[0.18, 4.87]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0.46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3.38]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0.50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3.37]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0.31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3.14]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1.33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[0.85, 2.30]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0.98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3.96]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0.95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[0.16, 3.86]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0.73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4.76]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1.78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[0.26, 2.98]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0.90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4.15]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0.92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4.13]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0.47</a:t>
                      </a:r>
                    </a:p>
                    <a:p>
                      <a:pPr>
                        <a:defRPr sz="18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[0.10, 4.29]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596128"/>
            <a:ext cx="106984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单位：有效幅度规范。这些是冻结算子和惩罚下的有效估计；P10–P90 是描述性分布，不是生理正常范围或个体置信区间。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参数自由度更局部，触界风险也更高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触界值保留；没有根据外折结果扩大参数范围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training_summary.csv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38</a:t>
            </a:r>
          </a:p>
        </p:txBody>
      </p:sp>
      <p:pic>
        <p:nvPicPr>
          <p:cNvPr id="6" name="Picture 5" descr="bounda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6042"/>
            <a:ext cx="11018520" cy="3846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H3 仅 3 个校准窗口；高边界率可以反映观测失配或信息不足，不能视为已测到极端人体参数。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重新优化其余参数后的目标剖面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每条线对应一名子面板被试；蓝 Single-Trial，橙 Simultaneous，绿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profiles_metrics.csv; profiles/*/result.json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39</a:t>
            </a:r>
          </a:p>
        </p:txBody>
      </p:sp>
      <p:pic>
        <p:nvPicPr>
          <p:cNvPr id="6" name="Picture 5" descr="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5960"/>
            <a:ext cx="11018520" cy="38467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驱动、初态及其余候选参数均重新优化。目标含工程惩罚，曲线与 1% 描述轮廓均不是似然置信区间。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固定常数与惩罚会影响参数估计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点为子面板中位变化，横线为 P10–P90；不根据这些结果为每人调惩罚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sensitivity_metrics.csv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40</a:t>
            </a:r>
          </a:p>
        </p:txBody>
      </p:sp>
      <p:pic>
        <p:nvPicPr>
          <p:cNvPr id="6" name="Picture 5" descr="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3752"/>
            <a:ext cx="11018520" cy="40111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同样的低误差可能对应不同有效参数。主比较常数与权重始终保持冻结。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独立特征补全：中心 4 s 缺失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数字为成功补全的被试等权平均隐藏分量 NRMSE；灰色空缺表示该支持下基线不可用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completion_summary.csv; completion_windows.csv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41</a:t>
            </a:r>
          </a:p>
        </p:txBody>
      </p:sp>
      <p:pic>
        <p:nvPicPr>
          <p:cNvPr id="6" name="Picture 5" descr="completion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0910"/>
            <a:ext cx="11018520" cy="40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72 个预选窗口、18 名被试；所有方法只读相同可见特征。整模态没有自身插值或同模态 ridge。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独立特征补全：整模态缺失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数字为成功补全的被试等权平均隐藏分量 NRMSE；灰色空缺表示该支持下基线不可用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completion_summary.csv; completion_windows.csv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42</a:t>
            </a:r>
          </a:p>
        </p:txBody>
      </p:sp>
      <p:pic>
        <p:nvPicPr>
          <p:cNvPr id="6" name="Picture 5" descr="completi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0910"/>
            <a:ext cx="11018520" cy="40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72 个预选窗口、18 名被试；所有方法只读相同可见特征。整模态没有自身插值或同模态 ridge。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独立特征补全：单条 Hb 隐藏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数字为成功补全的被试等权平均隐藏分量 NRMSE；灰色空缺表示该支持下基线不可用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completion_summary.csv; completion_windows.csv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43</a:t>
            </a:r>
          </a:p>
        </p:txBody>
      </p:sp>
      <p:pic>
        <p:nvPicPr>
          <p:cNvPr id="6" name="Picture 5" descr="completi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90910"/>
            <a:ext cx="11018520" cy="40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72 个预选窗口、18 名被试；所有方法只读相同可见特征。整模态没有自身插值或同模态 ridge。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隐藏 EEG 的错误恢复：逐轨迹可见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各数据集选取 H2 τ 隐藏误差接近中位数的窗口；灰区为隐藏的 4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completion_windows.csv; missing/*/result.npz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44</a:t>
            </a:r>
          </a:p>
        </p:txBody>
      </p:sp>
      <p:pic>
        <p:nvPicPr>
          <p:cNvPr id="6" name="Picture 5" descr="missing_EEG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3090"/>
            <a:ext cx="11018520" cy="38524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这是可见 Hb 约束下的模型条件输出。即使求解收敛，隐藏驱动也可能出现很大的错误幅度。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跨模态信息必须通过配对破坏对照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预先指定 H2 τ 展示；完整 H0／H2 β 对照在数据表中；每数据集仅 6 名子面板被试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completion_null_comparisons.csv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45</a:t>
            </a:r>
          </a:p>
        </p:txBody>
      </p:sp>
      <p:pic>
        <p:nvPicPr>
          <p:cNvPr id="6" name="Picture 5" descr="null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4305"/>
            <a:ext cx="11018520" cy="38500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时间移位不循环绕回，真实对照使用相同缩短支持；没有同任务 donor 的身份明确不可评估。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trial 参数是否增加独立补全价值？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前 10 s 三分量校准 τ+β；随后保持全 EEG 与前 10 s Hb 可见，评价后 20 s Hb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trial_calibration_metrics.csv; profiles/*/result.json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46</a:t>
            </a:r>
          </a:p>
        </p:txBody>
      </p:sp>
      <p:pic>
        <p:nvPicPr>
          <p:cNvPr id="6" name="Picture 5" descr="trial_pre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4305"/>
            <a:ext cx="11018520" cy="38500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每数据集 6 个目标；全窗 H4 另存作自由度诊断。特征含离线处理，所以这不是原始传感器未来预测。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延长上下文：评分目标保持完全相同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同一连续 120 s 内嵌套 30／60／120 s；不拼接 trial，不跨未验证时间支持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context_metrics.csv; context/*/result.json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47</a:t>
            </a:r>
          </a:p>
        </p:txBody>
      </p:sp>
      <p:pic>
        <p:nvPicPr>
          <p:cNvPr id="6" name="Picture 5" descr="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1873"/>
            <a:ext cx="11018520" cy="38549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三种支持共用连续 120 s 最初 5 s 参考及未带通 Hb；短支持也有该参考，不能作为仅凭 30 s 的预测。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跨数据集 τ 迁移：观测坐标先校准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目标 PCA／尺度仅用其他目标被试；来源数据集 τ 的重叠外折构成集成，不是独立重复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transfer_metrics.csv; transfer/*/result.json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48</a:t>
            </a:r>
          </a:p>
        </p:txBody>
      </p:sp>
      <p:pic>
        <p:nvPicPr>
          <p:cNvPr id="6" name="Picture 5" descr="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74912"/>
            <a:ext cx="11018520" cy="38488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只比较相同粗区域的有效时间参数；没有严格零样本 β、幅度迁移，也没有 REFED 联合迁移。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这里的 EEG 驱动首先是统计观测坐标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按 6 个通道合并载荷平方，再对固定区域／外折描述性平均；不是频段解释方差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coordinates/*.json; 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49</a:t>
            </a:r>
          </a:p>
        </p:txBody>
      </p:sp>
      <p:pic>
        <p:nvPicPr>
          <p:cNvPr id="6" name="Picture 5" descr="EEG_coordin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09821"/>
            <a:ext cx="11018520" cy="3579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" y="5989320"/>
            <a:ext cx="10881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677"/>
                </a:solidFill>
                <a:latin typeface="Noto Sans CJK SC"/>
              </a:defRPr>
            </a:pPr>
            <a:r>
              <a:t>约 62%–67% 的载荷平方落在 1–4 Hz；不能直接等同已标定神经输入，也不能仅据低频占比认定伪迹。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现有观测层直接约束什么？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先区分代数观测方向与动态状态，再讨论生理来源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observation_math.json; src/inference/t3a_balloon_robust_ssm.py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三个方向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本轮固定 b=0：EEG=a·r；HbR=Q₀(q−1)；HbO+HbR=P₀(p−1)。瞬时观测秩为 3。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动态约束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s、f、v 依赖时间动力学。已知输入、静息线性化下的血管可观测秩为 5；这不是有限噪声的六状态辨识证明。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实际坐标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r 对应统计 EEG 代理；滤波、参考扣除与未知尺度进一步限制恢复，处理后 HbT 不等于绝对血容量。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没有分离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一对 Hb 和一个 EEG 代理不提供唯一皮层／头皮、动脉／静脉或氧代谢分解；残差也不自动等于伪迹。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β 的生理解释受幅度规范限制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等价变换作用于驱动、EEG loading 与耦合；并未声称固定规范内 β 必然不可辨识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observation_math.json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560320"/>
                <a:gridCol w="3337560"/>
              </a:tblGrid>
              <a:tr h="667512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驱动尺度 c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EEG loading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有效 β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观测最大差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1.0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4.0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0.0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330952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72F46"/>
                </a:solidFill>
                <a:latin typeface="Noto Sans CJK SC"/>
              </a:defRPr>
            </a:pPr>
            <a:r>
              <a:t>驱动×c、EEG loading÷c、β÷c：观测与血管状态保持相同；曲率权重同步除以 c² 才保持等价目标。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当前参数取值方式：工程使用建议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基于本轮共同窗口结果提出；这是评审建议，未验证自动选参策略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reconstruction_summary.json; training_summary.json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1856231"/>
          <a:ext cx="1083564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  <a:gridCol w="1554480"/>
                <a:gridCol w="3337560"/>
              </a:tblGrid>
              <a:tr h="667512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数据集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建议参数方式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达标率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证据解释</a:t>
                      </a:r>
                    </a:p>
                  </a:txBody>
                  <a:tcPr marL="109728" marT="73152">
                    <a:solidFill>
                      <a:srgbClr val="E4EDF4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Single-Trial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H0：τ=2 s，β=1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85.55%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适配收益未明确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Simultaneous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H0：τ=2 s，β=1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84.01%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适配收益未明确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Visual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H1：区域共享 τ，β=1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87.62%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2F46"/>
                          </a:solidFill>
                          <a:latin typeface="Noto Sans CJK SC"/>
                        </a:defRPr>
                      </a:pPr>
                      <a:r>
                        <a:t>条件重建的小幅增益</a:t>
                      </a:r>
                    </a:p>
                  </a:txBody>
                  <a:tcPr marL="109728" marT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5239512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这些是工程参考／有效参数。Visual 的 τ 需从允许的训练被试按区域估计，不能把一个汇总中位数套给所有人。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Visual 的数据集共享 τ：增益小，但有配对支持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仍是条件于冻结坐标和拟合参数的外折比较；不构成个体生理时间常数验证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sharing_paired_comparisons.csv; training_summary.json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效应大小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相对 H0 达标率增加 1.26 个百分点；配对区间 [0.33, 2.41]，Holm 校正 p=0.0048。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工程用法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可作为 Visual 同类观测、同区域下的共享时间参数候选；冻结后应用于未参与选参的被试。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被试 / 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被试 τ、β 的重复性仍未达标；不默认按 trial 自由估参。驱动与初态继续是窗口局部量。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生理解释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数据集或区域差异也可能反映范式、设备、观测尺度与模型失配，不能自动命名为人群生理差异。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放行建议分开给：实现、拟合、语义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由用户作最终放行决定；本轮证据支持的范围如下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summary.json; observation_math.json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实现层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可保留固定结构的数值诊断实现：已做后端一致性、参数导数、隐藏值隔离与匹配恢复。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42615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观测恢复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642615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按上页数据集与方法限定使用；达不到预设门槛的场景继续保留为负结果。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0439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缺失补全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520439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暂不作为可靠的跨模态恢复器使用；中心 Hb 弱于插值，隐藏 EEG 的大误差在更细积分后仍存在。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8264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个体参数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4398264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暂不作为稳定个体生理特征放行。有效拟合参数与真实生理属性需要独立标定和重复验证。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76088"/>
            <a:ext cx="192024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来源解释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5276088"/>
            <a:ext cx="8668512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暂不放行唯一生理来源分解。疑似同步数据继续核查来源与采集处理，不以新慢成分吸收问题。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本轮边界与设计执行差异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这些限制影响结论力度，不能在评审时省略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summary.json; resolved_config.yaml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数据支持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REFED 仅做 Hb 审计；排除既有 Visual S06 Part1 对齐问题和 9 条未核验 Sim 对齐记录的联合窗口。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策略选择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H2s 收缩强度由搜索范围固定，未执行内折择优；H3 与 H2 校准预算不同。未验证内折一标准误自动策略。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统计区间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重建配对差值有被试／记录／时间块重采样；PCA、尺度和参数没有随 bootstrap 重新拟合。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端点身份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缺失／前缀仅为特征层补全；连续上下文另有坐标。新窗口局部处理与历史全记录缓存不是相同目标。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复现与交付检查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模型拟合、统计汇总与汇报生成均保留原始身份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verification.json; *_manifest.json; resource_updates.json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6479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唯一证据源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176479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运行目录保存冻结合同、阶段源码快照、完整结果、失败记录、分母与汇总表；PPT 不另维护当前状态。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计算管理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86207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用户 systemd 持久服务；单线程数值库与有界并发。原 SVD 后处理失败与资源调整尝试均保留。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59352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959352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176 项相关测试全部通过；分析扩展后 15 项针对性复查通过（合计覆盖 177 个不同测试）。默认收集 1113 项、按既有分类排除 11 项。PPT 交付另留核验。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56631"/>
            <a:ext cx="19202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2574A9"/>
                </a:solidFill>
                <a:latin typeface="Noto Sans CJK SC"/>
              </a:defRPr>
            </a:pPr>
            <a:r>
              <a:t>可读性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5056631"/>
            <a:ext cx="866851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2F46"/>
                </a:solidFill>
                <a:latin typeface="Noto Sans CJK SC"/>
              </a:defRPr>
            </a:pPr>
            <a:r>
              <a:t>图表采用 240 dpi PNG；正文与表格可编辑。使用 LibreOffice 预览检查；本环境没有检查 WPS。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11109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72F46"/>
                </a:solidFill>
                <a:latin typeface="Noto Sans CJK SC"/>
              </a:defRPr>
            </a:pPr>
            <a:r>
              <a:t>参考依据与证据定位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6677"/>
                </a:solidFill>
                <a:latin typeface="Noto Sans CJK SC"/>
              </a:defRPr>
            </a:pPr>
            <a:r>
              <a:t>外部研究用于解释辨识与来源混杂原则；不代替本项目实测验证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26677"/>
                </a:solidFill>
                <a:latin typeface="Noto Sans CJK SC"/>
              </a:defRPr>
            </a:pPr>
            <a:r>
              <a:t>SSM 生理语义实验 · 2026-09-28  |  observation_math.json; presentation_sources.json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37376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26677"/>
                </a:solidFill>
                <a:latin typeface="Noto Sans CJK SC"/>
              </a:defRPr>
            </a:pPr>
            <a: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73936"/>
            <a:ext cx="10744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Raue et al., 2009 · 参数剖面与结构／实际可辨识性</a:t>
            </a: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https://pubmed.ncbi.nlm.nih.gov/19505944/</a:t>
            </a: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Kirilina et al., 2012 · 任务相关浅表／全身 fNIRS 混杂的多模态证据</a:t>
            </a: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https://pmc.ncbi.nlm.nih.gov/articles/PMC3348501/</a:t>
            </a: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Arand et al., 2015 · DCM 中参数辨识与观测依赖</a:t>
            </a:r>
          </a:p>
          <a:p>
            <a:pPr>
              <a:spcAft>
                <a:spcPts val="800"/>
              </a:spcAft>
              <a:defRPr sz="1900" b="0">
                <a:solidFill>
                  <a:srgbClr val="172F46"/>
                </a:solidFill>
                <a:latin typeface="Noto Sans CJK SC"/>
              </a:defRPr>
            </a:pPr>
            <a:r>
              <a:t>https://pmc.ncbi.nlm.nih.gov/articles/PMC4335185/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541264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26677"/>
                </a:solidFill>
                <a:latin typeface="Noto Sans CJK SC"/>
              </a:defRPr>
            </a:pPr>
            <a:r>
              <a:t>本轮完整表格和逐 trial 轨迹：20260928_physiology_semantics_v1</a:t>
            </a:r>
          </a:p>
          <a:p>
            <a:pPr>
              <a:spcAft>
                <a:spcPts val="800"/>
              </a:spcAft>
              <a:defRPr sz="1600" b="0">
                <a:solidFill>
                  <a:srgbClr val="526677"/>
                </a:solidFill>
                <a:latin typeface="Noto Sans CJK SC"/>
              </a:defRPr>
            </a:pPr>
            <a:r>
              <a:t>每页备注给出 owning evidence 文件；生成器只读取终态证据，不重拟合模型。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